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
  </p:notesMasterIdLst>
  <p:sldIdLst>
    <p:sldId id="256" r:id="rId2"/>
    <p:sldId id="257" r:id="rId3"/>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C7D6EA-20CC-42A0-7BF6-449DDB845B44}" v="1" dt="2026-06-11T06:07:33.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son, Joseph F A" userId="63e1e18b-9a06-4c25-a28f-d76ae28b2b42" providerId="ADAL" clId="{AF96DAF3-5926-4AF7-9705-206DEFA75882}"/>
    <pc:docChg chg="custSel modSld">
      <pc:chgData name="Dyson, Joseph F A" userId="63e1e18b-9a06-4c25-a28f-d76ae28b2b42" providerId="ADAL" clId="{AF96DAF3-5926-4AF7-9705-206DEFA75882}" dt="2026-06-03T21:38:59.393" v="68" actId="14100"/>
      <pc:docMkLst>
        <pc:docMk/>
      </pc:docMkLst>
      <pc:sldChg chg="addSp delSp modSp mod">
        <pc:chgData name="Dyson, Joseph F A" userId="63e1e18b-9a06-4c25-a28f-d76ae28b2b42" providerId="ADAL" clId="{AF96DAF3-5926-4AF7-9705-206DEFA75882}" dt="2026-06-03T21:38:59.393" v="68" actId="14100"/>
        <pc:sldMkLst>
          <pc:docMk/>
          <pc:sldMk cId="784496792" sldId="256"/>
        </pc:sldMkLst>
        <pc:spChg chg="mod">
          <ac:chgData name="Dyson, Joseph F A" userId="63e1e18b-9a06-4c25-a28f-d76ae28b2b42" providerId="ADAL" clId="{AF96DAF3-5926-4AF7-9705-206DEFA75882}" dt="2026-06-03T21:37:56.832" v="57" actId="1076"/>
          <ac:spMkLst>
            <pc:docMk/>
            <pc:sldMk cId="784496792" sldId="256"/>
            <ac:spMk id="19" creationId="{BD45AF1D-70BE-10C9-BF5E-A2E04CBF1C4C}"/>
          </ac:spMkLst>
        </pc:spChg>
        <pc:spChg chg="mod">
          <ac:chgData name="Dyson, Joseph F A" userId="63e1e18b-9a06-4c25-a28f-d76ae28b2b42" providerId="ADAL" clId="{AF96DAF3-5926-4AF7-9705-206DEFA75882}" dt="2026-06-03T12:56:37.207" v="0"/>
          <ac:spMkLst>
            <pc:docMk/>
            <pc:sldMk cId="784496792" sldId="256"/>
            <ac:spMk id="25" creationId="{1AF005F6-5280-A036-EEE0-2A0B012595D1}"/>
          </ac:spMkLst>
        </pc:spChg>
        <pc:spChg chg="add mod">
          <ac:chgData name="Dyson, Joseph F A" userId="63e1e18b-9a06-4c25-a28f-d76ae28b2b42" providerId="ADAL" clId="{AF96DAF3-5926-4AF7-9705-206DEFA75882}" dt="2026-06-03T12:56:46.459" v="3" actId="1076"/>
          <ac:spMkLst>
            <pc:docMk/>
            <pc:sldMk cId="784496792" sldId="256"/>
            <ac:spMk id="55" creationId="{31FC79D9-DA5A-DDAA-5755-8FA889809A45}"/>
          </ac:spMkLst>
        </pc:spChg>
        <pc:picChg chg="add mod modCrop">
          <ac:chgData name="Dyson, Joseph F A" userId="63e1e18b-9a06-4c25-a28f-d76ae28b2b42" providerId="ADAL" clId="{AF96DAF3-5926-4AF7-9705-206DEFA75882}" dt="2026-06-03T21:38:59.393" v="68" actId="14100"/>
          <ac:picMkLst>
            <pc:docMk/>
            <pc:sldMk cId="784496792" sldId="256"/>
            <ac:picMk id="3" creationId="{D930644A-BD24-ADF8-69F8-C33505171AFA}"/>
          </ac:picMkLst>
        </pc:picChg>
        <pc:picChg chg="add mod">
          <ac:chgData name="Dyson, Joseph F A" userId="63e1e18b-9a06-4c25-a28f-d76ae28b2b42" providerId="ADAL" clId="{AF96DAF3-5926-4AF7-9705-206DEFA75882}" dt="2026-06-03T21:37:26.140" v="51" actId="14100"/>
          <ac:picMkLst>
            <pc:docMk/>
            <pc:sldMk cId="784496792" sldId="256"/>
            <ac:picMk id="7" creationId="{7EE0042E-3570-154E-F560-585ABE07D1DD}"/>
          </ac:picMkLst>
        </pc:picChg>
        <pc:picChg chg="add mod">
          <ac:chgData name="Dyson, Joseph F A" userId="63e1e18b-9a06-4c25-a28f-d76ae28b2b42" providerId="ADAL" clId="{AF96DAF3-5926-4AF7-9705-206DEFA75882}" dt="2026-06-03T21:37:17.222" v="45" actId="27614"/>
          <ac:picMkLst>
            <pc:docMk/>
            <pc:sldMk cId="784496792" sldId="256"/>
            <ac:picMk id="9" creationId="{E7451D24-8765-0908-6EC3-EED1970792F0}"/>
          </ac:picMkLst>
        </pc:picChg>
        <pc:picChg chg="add mod">
          <ac:chgData name="Dyson, Joseph F A" userId="63e1e18b-9a06-4c25-a28f-d76ae28b2b42" providerId="ADAL" clId="{AF96DAF3-5926-4AF7-9705-206DEFA75882}" dt="2026-06-03T21:38:10.837" v="64" actId="1076"/>
          <ac:picMkLst>
            <pc:docMk/>
            <pc:sldMk cId="784496792" sldId="256"/>
            <ac:picMk id="11" creationId="{A14DA671-F188-F2BE-ECE9-23AEF0D8E169}"/>
          </ac:picMkLst>
        </pc:picChg>
        <pc:picChg chg="mod">
          <ac:chgData name="Dyson, Joseph F A" userId="63e1e18b-9a06-4c25-a28f-d76ae28b2b42" providerId="ADAL" clId="{AF96DAF3-5926-4AF7-9705-206DEFA75882}" dt="2026-06-03T12:58:25.919" v="29" actId="1076"/>
          <ac:picMkLst>
            <pc:docMk/>
            <pc:sldMk cId="784496792" sldId="256"/>
            <ac:picMk id="49" creationId="{C94DB853-3600-533C-099E-E594D6297A0F}"/>
          </ac:picMkLst>
        </pc:picChg>
      </pc:sldChg>
    </pc:docChg>
  </pc:docChgLst>
  <pc:docChgLst>
    <pc:chgData name="Sun, Leiyi" userId="S::ls2425@ic.ac.uk::d7287061-51d8-422f-82ab-a2f4e25c0b3f" providerId="AD" clId="Web-{F9C7D6EA-20CC-42A0-7BF6-449DDB845B44}"/>
    <pc:docChg chg="modSld">
      <pc:chgData name="Sun, Leiyi" userId="S::ls2425@ic.ac.uk::d7287061-51d8-422f-82ab-a2f4e25c0b3f" providerId="AD" clId="Web-{F9C7D6EA-20CC-42A0-7BF6-449DDB845B44}" dt="2026-06-11T06:07:33.278" v="0"/>
      <pc:docMkLst>
        <pc:docMk/>
      </pc:docMkLst>
      <pc:sldChg chg="addSp">
        <pc:chgData name="Sun, Leiyi" userId="S::ls2425@ic.ac.uk::d7287061-51d8-422f-82ab-a2f4e25c0b3f" providerId="AD" clId="Web-{F9C7D6EA-20CC-42A0-7BF6-449DDB845B44}" dt="2026-06-11T06:07:33.278" v="0"/>
        <pc:sldMkLst>
          <pc:docMk/>
          <pc:sldMk cId="3968944966" sldId="257"/>
        </pc:sldMkLst>
        <pc:inkChg chg="add">
          <ac:chgData name="Sun, Leiyi" userId="S::ls2425@ic.ac.uk::d7287061-51d8-422f-82ab-a2f4e25c0b3f" providerId="AD" clId="Web-{F9C7D6EA-20CC-42A0-7BF6-449DDB845B44}" dt="2026-06-11T06:07:33.278" v="0"/>
          <ac:inkMkLst>
            <pc:docMk/>
            <pc:sldMk cId="3968944966" sldId="257"/>
            <ac:inkMk id="3" creationId="{0F93F679-2D09-8352-6E20-5AAECBC005B8}"/>
          </ac:inkMkLst>
        </pc:inkChg>
      </pc:sldChg>
    </pc:docChg>
  </pc:docChgLst>
  <pc:docChgLst>
    <pc:chgData name="Dyson, Joseph F A" userId="S::jfd24@ic.ac.uk::63e1e18b-9a06-4c25-a28f-d76ae28b2b42" providerId="AD" clId="Web-{8CD0BE30-930B-B7F3-345C-5709DF3D4D2E}"/>
    <pc:docChg chg="modSld">
      <pc:chgData name="Dyson, Joseph F A" userId="S::jfd24@ic.ac.uk::63e1e18b-9a06-4c25-a28f-d76ae28b2b42" providerId="AD" clId="Web-{8CD0BE30-930B-B7F3-345C-5709DF3D4D2E}" dt="2026-06-05T22:19:01.797" v="10" actId="20577"/>
      <pc:docMkLst>
        <pc:docMk/>
      </pc:docMkLst>
      <pc:sldChg chg="modSp">
        <pc:chgData name="Dyson, Joseph F A" userId="S::jfd24@ic.ac.uk::63e1e18b-9a06-4c25-a28f-d76ae28b2b42" providerId="AD" clId="Web-{8CD0BE30-930B-B7F3-345C-5709DF3D4D2E}" dt="2026-06-05T22:19:01.797" v="10" actId="20577"/>
        <pc:sldMkLst>
          <pc:docMk/>
          <pc:sldMk cId="3968944966" sldId="257"/>
        </pc:sldMkLst>
        <pc:spChg chg="mod">
          <ac:chgData name="Dyson, Joseph F A" userId="S::jfd24@ic.ac.uk::63e1e18b-9a06-4c25-a28f-d76ae28b2b42" providerId="AD" clId="Web-{8CD0BE30-930B-B7F3-345C-5709DF3D4D2E}" dt="2026-06-05T22:19:01.797" v="10" actId="20577"/>
          <ac:spMkLst>
            <pc:docMk/>
            <pc:sldMk cId="3968944966" sldId="257"/>
            <ac:spMk id="21" creationId="{86E12DA9-85FD-50F3-4F99-9D31C4E4702A}"/>
          </ac:spMkLst>
        </pc:spChg>
      </pc:sldChg>
    </pc:docChg>
  </pc:docChgLst>
  <pc:docChgLst>
    <pc:chgData name="Sun, Leiyi" userId="S::ls2425@ic.ac.uk::d7287061-51d8-422f-82ab-a2f4e25c0b3f" providerId="AD" clId="Web-{7E367461-3BB1-4170-BDBD-3BB23C40F248}"/>
    <pc:docChg chg="addSld modSld">
      <pc:chgData name="Sun, Leiyi" userId="S::ls2425@ic.ac.uk::d7287061-51d8-422f-82ab-a2f4e25c0b3f" providerId="AD" clId="Web-{7E367461-3BB1-4170-BDBD-3BB23C40F248}" dt="2026-06-05T23:34:09.283" v="2407" actId="20577"/>
      <pc:docMkLst>
        <pc:docMk/>
      </pc:docMkLst>
      <pc:sldChg chg="modSp">
        <pc:chgData name="Sun, Leiyi" userId="S::ls2425@ic.ac.uk::d7287061-51d8-422f-82ab-a2f4e25c0b3f" providerId="AD" clId="Web-{7E367461-3BB1-4170-BDBD-3BB23C40F248}" dt="2026-06-05T22:16:31.074" v="12" actId="1076"/>
        <pc:sldMkLst>
          <pc:docMk/>
          <pc:sldMk cId="784496792" sldId="256"/>
        </pc:sldMkLst>
        <pc:spChg chg="mod">
          <ac:chgData name="Sun, Leiyi" userId="S::ls2425@ic.ac.uk::d7287061-51d8-422f-82ab-a2f4e25c0b3f" providerId="AD" clId="Web-{7E367461-3BB1-4170-BDBD-3BB23C40F248}" dt="2026-06-05T22:15:47.148" v="8" actId="20577"/>
          <ac:spMkLst>
            <pc:docMk/>
            <pc:sldMk cId="784496792" sldId="256"/>
            <ac:spMk id="26" creationId="{0147A387-9771-C25C-80C2-95E8DFB8F2EB}"/>
          </ac:spMkLst>
        </pc:spChg>
        <pc:picChg chg="mod">
          <ac:chgData name="Sun, Leiyi" userId="S::ls2425@ic.ac.uk::d7287061-51d8-422f-82ab-a2f4e25c0b3f" providerId="AD" clId="Web-{7E367461-3BB1-4170-BDBD-3BB23C40F248}" dt="2026-06-05T22:16:31.074" v="12" actId="1076"/>
          <ac:picMkLst>
            <pc:docMk/>
            <pc:sldMk cId="784496792" sldId="256"/>
            <ac:picMk id="11" creationId="{A14DA671-F188-F2BE-ECE9-23AEF0D8E169}"/>
          </ac:picMkLst>
        </pc:picChg>
        <pc:picChg chg="mod">
          <ac:chgData name="Sun, Leiyi" userId="S::ls2425@ic.ac.uk::d7287061-51d8-422f-82ab-a2f4e25c0b3f" providerId="AD" clId="Web-{7E367461-3BB1-4170-BDBD-3BB23C40F248}" dt="2026-06-05T22:16:27.948" v="11" actId="1076"/>
          <ac:picMkLst>
            <pc:docMk/>
            <pc:sldMk cId="784496792" sldId="256"/>
            <ac:picMk id="43" creationId="{259695E8-3FA3-938F-2C83-BB8A442B050C}"/>
          </ac:picMkLst>
        </pc:picChg>
      </pc:sldChg>
      <pc:sldChg chg="addSp delSp modSp add replId">
        <pc:chgData name="Sun, Leiyi" userId="S::ls2425@ic.ac.uk::d7287061-51d8-422f-82ab-a2f4e25c0b3f" providerId="AD" clId="Web-{7E367461-3BB1-4170-BDBD-3BB23C40F248}" dt="2026-06-05T23:34:09.283" v="2407" actId="20577"/>
        <pc:sldMkLst>
          <pc:docMk/>
          <pc:sldMk cId="3968944966" sldId="257"/>
        </pc:sldMkLst>
        <pc:spChg chg="add mod ord">
          <ac:chgData name="Sun, Leiyi" userId="S::ls2425@ic.ac.uk::d7287061-51d8-422f-82ab-a2f4e25c0b3f" providerId="AD" clId="Web-{7E367461-3BB1-4170-BDBD-3BB23C40F248}" dt="2026-06-05T22:45:51.553" v="939" actId="1076"/>
          <ac:spMkLst>
            <pc:docMk/>
            <pc:sldMk cId="3968944966" sldId="257"/>
            <ac:spMk id="2" creationId="{B09AA8A5-F281-1D94-8922-517A276F0444}"/>
          </ac:spMkLst>
        </pc:spChg>
        <pc:spChg chg="add mod">
          <ac:chgData name="Sun, Leiyi" userId="S::ls2425@ic.ac.uk::d7287061-51d8-422f-82ab-a2f4e25c0b3f" providerId="AD" clId="Web-{7E367461-3BB1-4170-BDBD-3BB23C40F248}" dt="2026-06-05T22:50:38.575" v="1205" actId="20577"/>
          <ac:spMkLst>
            <pc:docMk/>
            <pc:sldMk cId="3968944966" sldId="257"/>
            <ac:spMk id="8" creationId="{557C8F2F-F279-B593-174E-88537DF1DE3D}"/>
          </ac:spMkLst>
        </pc:spChg>
        <pc:spChg chg="mod">
          <ac:chgData name="Sun, Leiyi" userId="S::ls2425@ic.ac.uk::d7287061-51d8-422f-82ab-a2f4e25c0b3f" providerId="AD" clId="Web-{7E367461-3BB1-4170-BDBD-3BB23C40F248}" dt="2026-06-05T22:49:04.693" v="1061" actId="14100"/>
          <ac:spMkLst>
            <pc:docMk/>
            <pc:sldMk cId="3968944966" sldId="257"/>
            <ac:spMk id="19" creationId="{32B6C2AF-D33B-37D5-43C1-7790DB07C5BA}"/>
          </ac:spMkLst>
        </pc:spChg>
        <pc:spChg chg="mod">
          <ac:chgData name="Sun, Leiyi" userId="S::ls2425@ic.ac.uk::d7287061-51d8-422f-82ab-a2f4e25c0b3f" providerId="AD" clId="Web-{7E367461-3BB1-4170-BDBD-3BB23C40F248}" dt="2026-06-05T22:47:37.780" v="1054" actId="20577"/>
          <ac:spMkLst>
            <pc:docMk/>
            <pc:sldMk cId="3968944966" sldId="257"/>
            <ac:spMk id="21" creationId="{86E12DA9-85FD-50F3-4F99-9D31C4E4702A}"/>
          </ac:spMkLst>
        </pc:spChg>
        <pc:spChg chg="mod">
          <ac:chgData name="Sun, Leiyi" userId="S::ls2425@ic.ac.uk::d7287061-51d8-422f-82ab-a2f4e25c0b3f" providerId="AD" clId="Web-{7E367461-3BB1-4170-BDBD-3BB23C40F248}" dt="2026-06-05T22:22:49.009" v="491" actId="1076"/>
          <ac:spMkLst>
            <pc:docMk/>
            <pc:sldMk cId="3968944966" sldId="257"/>
            <ac:spMk id="25" creationId="{8C5BDA6D-58C7-AB8B-ABF9-F41C54FCD32F}"/>
          </ac:spMkLst>
        </pc:spChg>
        <pc:spChg chg="mod">
          <ac:chgData name="Sun, Leiyi" userId="S::ls2425@ic.ac.uk::d7287061-51d8-422f-82ab-a2f4e25c0b3f" providerId="AD" clId="Web-{7E367461-3BB1-4170-BDBD-3BB23C40F248}" dt="2026-06-05T22:23:08.323" v="498" actId="20577"/>
          <ac:spMkLst>
            <pc:docMk/>
            <pc:sldMk cId="3968944966" sldId="257"/>
            <ac:spMk id="26" creationId="{0CEBC4B8-57E3-C42A-8BF9-DB95635624B2}"/>
          </ac:spMkLst>
        </pc:spChg>
        <pc:picChg chg="add mod modCrop">
          <ac:chgData name="Sun, Leiyi" userId="S::ls2425@ic.ac.uk::d7287061-51d8-422f-82ab-a2f4e25c0b3f" providerId="AD" clId="Web-{7E367461-3BB1-4170-BDBD-3BB23C40F248}" dt="2026-06-05T22:45:55.038" v="942" actId="1076"/>
          <ac:picMkLst>
            <pc:docMk/>
            <pc:sldMk cId="3968944966" sldId="257"/>
            <ac:picMk id="4" creationId="{A8EF6615-B11B-2EAC-823B-F036CA4CCB59}"/>
          </ac:picMkLst>
        </pc:picChg>
        <pc:picChg chg="add mod">
          <ac:chgData name="Sun, Leiyi" userId="S::ls2425@ic.ac.uk::d7287061-51d8-422f-82ab-a2f4e25c0b3f" providerId="AD" clId="Web-{7E367461-3BB1-4170-BDBD-3BB23C40F248}" dt="2026-06-05T22:52:48.664" v="1236" actId="14100"/>
          <ac:picMkLst>
            <pc:docMk/>
            <pc:sldMk cId="3968944966" sldId="257"/>
            <ac:picMk id="10" creationId="{5FFB4FEF-D888-1292-D9B2-7A1DA896682A}"/>
          </ac:picMkLst>
        </pc:picChg>
        <pc:picChg chg="mod modCrop">
          <ac:chgData name="Sun, Leiyi" userId="S::ls2425@ic.ac.uk::d7287061-51d8-422f-82ab-a2f4e25c0b3f" providerId="AD" clId="Web-{7E367461-3BB1-4170-BDBD-3BB23C40F248}" dt="2026-06-05T22:52:24.537" v="1231" actId="1076"/>
          <ac:picMkLst>
            <pc:docMk/>
            <pc:sldMk cId="3968944966" sldId="257"/>
            <ac:picMk id="49" creationId="{887F78FC-D310-A235-D10D-8CE7AF27F4D2}"/>
          </ac:picMkLst>
        </pc:picChg>
        <pc:picChg chg="mod">
          <ac:chgData name="Sun, Leiyi" userId="S::ls2425@ic.ac.uk::d7287061-51d8-422f-82ab-a2f4e25c0b3f" providerId="AD" clId="Web-{7E367461-3BB1-4170-BDBD-3BB23C40F248}" dt="2026-06-05T22:48:05.579" v="1055" actId="1076"/>
          <ac:picMkLst>
            <pc:docMk/>
            <pc:sldMk cId="3968944966" sldId="257"/>
            <ac:picMk id="1028" creationId="{5DA19FD8-5AEB-810E-31FC-3E858BDA4CE1}"/>
          </ac:picMkLst>
        </pc:picChg>
      </pc:sldChg>
    </pc:docChg>
  </pc:docChgLst>
  <pc:docChgLst>
    <pc:chgData name="Sun, Leiyi" userId="d7287061-51d8-422f-82ab-a2f4e25c0b3f" providerId="ADAL" clId="{17150761-123C-424D-8876-FF0931990867}"/>
    <pc:docChg chg="undo custSel modSld">
      <pc:chgData name="Sun, Leiyi" userId="d7287061-51d8-422f-82ab-a2f4e25c0b3f" providerId="ADAL" clId="{17150761-123C-424D-8876-FF0931990867}" dt="2026-06-06T02:29:35.288" v="13021"/>
      <pc:docMkLst>
        <pc:docMk/>
      </pc:docMkLst>
      <pc:sldChg chg="addSp delSp modSp mod modNotesTx">
        <pc:chgData name="Sun, Leiyi" userId="d7287061-51d8-422f-82ab-a2f4e25c0b3f" providerId="ADAL" clId="{17150761-123C-424D-8876-FF0931990867}" dt="2026-06-06T02:29:35.288" v="13021"/>
        <pc:sldMkLst>
          <pc:docMk/>
          <pc:sldMk cId="3968944966" sldId="257"/>
        </pc:sldMkLst>
        <pc:spChg chg="mod">
          <ac:chgData name="Sun, Leiyi" userId="d7287061-51d8-422f-82ab-a2f4e25c0b3f" providerId="ADAL" clId="{17150761-123C-424D-8876-FF0931990867}" dt="2026-06-06T00:18:59.030" v="4080" actId="1076"/>
          <ac:spMkLst>
            <pc:docMk/>
            <pc:sldMk cId="3968944966" sldId="257"/>
            <ac:spMk id="2" creationId="{B09AA8A5-F281-1D94-8922-517A276F0444}"/>
          </ac:spMkLst>
        </pc:spChg>
        <pc:spChg chg="mod">
          <ac:chgData name="Sun, Leiyi" userId="d7287061-51d8-422f-82ab-a2f4e25c0b3f" providerId="ADAL" clId="{17150761-123C-424D-8876-FF0931990867}" dt="2026-06-06T00:18:59.030" v="4080" actId="1076"/>
          <ac:spMkLst>
            <pc:docMk/>
            <pc:sldMk cId="3968944966" sldId="257"/>
            <ac:spMk id="8" creationId="{557C8F2F-F279-B593-174E-88537DF1DE3D}"/>
          </ac:spMkLst>
        </pc:spChg>
        <pc:spChg chg="mod">
          <ac:chgData name="Sun, Leiyi" userId="d7287061-51d8-422f-82ab-a2f4e25c0b3f" providerId="ADAL" clId="{17150761-123C-424D-8876-FF0931990867}" dt="2026-06-05T23:40:26.076" v="190" actId="403"/>
          <ac:spMkLst>
            <pc:docMk/>
            <pc:sldMk cId="3968944966" sldId="257"/>
            <ac:spMk id="19" creationId="{32B6C2AF-D33B-37D5-43C1-7790DB07C5BA}"/>
          </ac:spMkLst>
        </pc:spChg>
        <pc:spChg chg="mod">
          <ac:chgData name="Sun, Leiyi" userId="d7287061-51d8-422f-82ab-a2f4e25c0b3f" providerId="ADAL" clId="{17150761-123C-424D-8876-FF0931990867}" dt="2026-06-06T00:18:59.030" v="4080" actId="1076"/>
          <ac:spMkLst>
            <pc:docMk/>
            <pc:sldMk cId="3968944966" sldId="257"/>
            <ac:spMk id="21" creationId="{86E12DA9-85FD-50F3-4F99-9D31C4E4702A}"/>
          </ac:spMkLst>
        </pc:spChg>
        <pc:spChg chg="mod">
          <ac:chgData name="Sun, Leiyi" userId="d7287061-51d8-422f-82ab-a2f4e25c0b3f" providerId="ADAL" clId="{17150761-123C-424D-8876-FF0931990867}" dt="2026-06-06T00:22:04.583" v="4101" actId="1076"/>
          <ac:spMkLst>
            <pc:docMk/>
            <pc:sldMk cId="3968944966" sldId="257"/>
            <ac:spMk id="25" creationId="{8C5BDA6D-58C7-AB8B-ABF9-F41C54FCD32F}"/>
          </ac:spMkLst>
        </pc:spChg>
        <pc:spChg chg="mod">
          <ac:chgData name="Sun, Leiyi" userId="d7287061-51d8-422f-82ab-a2f4e25c0b3f" providerId="ADAL" clId="{17150761-123C-424D-8876-FF0931990867}" dt="2026-06-06T00:22:07.558" v="4102" actId="1076"/>
          <ac:spMkLst>
            <pc:docMk/>
            <pc:sldMk cId="3968944966" sldId="257"/>
            <ac:spMk id="26" creationId="{0CEBC4B8-57E3-C42A-8BF9-DB95635624B2}"/>
          </ac:spMkLst>
        </pc:spChg>
        <pc:spChg chg="mod">
          <ac:chgData name="Sun, Leiyi" userId="d7287061-51d8-422f-82ab-a2f4e25c0b3f" providerId="ADAL" clId="{17150761-123C-424D-8876-FF0931990867}" dt="2026-06-06T02:16:30.404" v="11064" actId="1076"/>
          <ac:spMkLst>
            <pc:docMk/>
            <pc:sldMk cId="3968944966" sldId="257"/>
            <ac:spMk id="32" creationId="{BA778920-4247-9895-D2D3-5641F91F7A77}"/>
          </ac:spMkLst>
        </pc:spChg>
        <pc:spChg chg="mod">
          <ac:chgData name="Sun, Leiyi" userId="d7287061-51d8-422f-82ab-a2f4e25c0b3f" providerId="ADAL" clId="{17150761-123C-424D-8876-FF0931990867}" dt="2026-06-06T02:29:35.288" v="13021"/>
          <ac:spMkLst>
            <pc:docMk/>
            <pc:sldMk cId="3968944966" sldId="257"/>
            <ac:spMk id="33" creationId="{A0951093-9B1B-C527-F195-3A113969D6C2}"/>
          </ac:spMkLst>
        </pc:spChg>
        <pc:spChg chg="add mod">
          <ac:chgData name="Sun, Leiyi" userId="d7287061-51d8-422f-82ab-a2f4e25c0b3f" providerId="ADAL" clId="{17150761-123C-424D-8876-FF0931990867}" dt="2026-06-06T00:34:34.519" v="4684" actId="1076"/>
          <ac:spMkLst>
            <pc:docMk/>
            <pc:sldMk cId="3968944966" sldId="257"/>
            <ac:spMk id="34" creationId="{FD594BAB-181C-7617-A955-74ABCDD61687}"/>
          </ac:spMkLst>
        </pc:spChg>
        <pc:spChg chg="add mod">
          <ac:chgData name="Sun, Leiyi" userId="d7287061-51d8-422f-82ab-a2f4e25c0b3f" providerId="ADAL" clId="{17150761-123C-424D-8876-FF0931990867}" dt="2026-06-06T01:13:21.239" v="6695" actId="20577"/>
          <ac:spMkLst>
            <pc:docMk/>
            <pc:sldMk cId="3968944966" sldId="257"/>
            <ac:spMk id="36" creationId="{DDD9D4E2-14D0-6540-35B2-9A08BDFBAF16}"/>
          </ac:spMkLst>
        </pc:spChg>
        <pc:spChg chg="mod">
          <ac:chgData name="Sun, Leiyi" userId="d7287061-51d8-422f-82ab-a2f4e25c0b3f" providerId="ADAL" clId="{17150761-123C-424D-8876-FF0931990867}" dt="2026-06-06T02:16:36.929" v="11067" actId="1076"/>
          <ac:spMkLst>
            <pc:docMk/>
            <pc:sldMk cId="3968944966" sldId="257"/>
            <ac:spMk id="38" creationId="{D4528B17-D4DB-23F2-AEFE-5CE455FC293A}"/>
          </ac:spMkLst>
        </pc:spChg>
        <pc:spChg chg="add mod">
          <ac:chgData name="Sun, Leiyi" userId="d7287061-51d8-422f-82ab-a2f4e25c0b3f" providerId="ADAL" clId="{17150761-123C-424D-8876-FF0931990867}" dt="2026-06-06T00:34:34.519" v="4684" actId="1076"/>
          <ac:spMkLst>
            <pc:docMk/>
            <pc:sldMk cId="3968944966" sldId="257"/>
            <ac:spMk id="44" creationId="{42FCC54E-260D-FB62-1EBD-BB0A0C7896F4}"/>
          </ac:spMkLst>
        </pc:spChg>
        <pc:spChg chg="add del mod">
          <ac:chgData name="Sun, Leiyi" userId="d7287061-51d8-422f-82ab-a2f4e25c0b3f" providerId="ADAL" clId="{17150761-123C-424D-8876-FF0931990867}" dt="2026-06-06T02:15:48.963" v="11054" actId="1076"/>
          <ac:spMkLst>
            <pc:docMk/>
            <pc:sldMk cId="3968944966" sldId="257"/>
            <ac:spMk id="45" creationId="{975D02E1-796B-5E5D-4647-8DC3A550C527}"/>
          </ac:spMkLst>
        </pc:spChg>
        <pc:spChg chg="mod">
          <ac:chgData name="Sun, Leiyi" userId="d7287061-51d8-422f-82ab-a2f4e25c0b3f" providerId="ADAL" clId="{17150761-123C-424D-8876-FF0931990867}" dt="2026-06-06T02:15:58.030" v="11055" actId="1076"/>
          <ac:spMkLst>
            <pc:docMk/>
            <pc:sldMk cId="3968944966" sldId="257"/>
            <ac:spMk id="47" creationId="{FFD63CE1-4847-002C-9403-DE444410FAB0}"/>
          </ac:spMkLst>
        </pc:spChg>
        <pc:spChg chg="add mod">
          <ac:chgData name="Sun, Leiyi" userId="d7287061-51d8-422f-82ab-a2f4e25c0b3f" providerId="ADAL" clId="{17150761-123C-424D-8876-FF0931990867}" dt="2026-06-06T00:34:34.519" v="4684" actId="1076"/>
          <ac:spMkLst>
            <pc:docMk/>
            <pc:sldMk cId="3968944966" sldId="257"/>
            <ac:spMk id="50" creationId="{6576B728-BC1E-788C-549A-30F3833CFAA8}"/>
          </ac:spMkLst>
        </pc:spChg>
        <pc:spChg chg="add mod">
          <ac:chgData name="Sun, Leiyi" userId="d7287061-51d8-422f-82ab-a2f4e25c0b3f" providerId="ADAL" clId="{17150761-123C-424D-8876-FF0931990867}" dt="2026-06-06T01:13:18.063" v="6693" actId="20577"/>
          <ac:spMkLst>
            <pc:docMk/>
            <pc:sldMk cId="3968944966" sldId="257"/>
            <ac:spMk id="52" creationId="{49EA3C47-F246-0203-CE5B-9CD2CCE15C72}"/>
          </ac:spMkLst>
        </pc:spChg>
        <pc:spChg chg="mod">
          <ac:chgData name="Sun, Leiyi" userId="d7287061-51d8-422f-82ab-a2f4e25c0b3f" providerId="ADAL" clId="{17150761-123C-424D-8876-FF0931990867}" dt="2026-06-06T00:34:34.519" v="4684" actId="1076"/>
          <ac:spMkLst>
            <pc:docMk/>
            <pc:sldMk cId="3968944966" sldId="257"/>
            <ac:spMk id="55" creationId="{A96EF8EF-130A-1DE7-DBD5-952BCB6CFA5A}"/>
          </ac:spMkLst>
        </pc:spChg>
        <pc:spChg chg="add del mod">
          <ac:chgData name="Sun, Leiyi" userId="d7287061-51d8-422f-82ab-a2f4e25c0b3f" providerId="ADAL" clId="{17150761-123C-424D-8876-FF0931990867}" dt="2026-06-06T01:40:31.771" v="10160" actId="1076"/>
          <ac:spMkLst>
            <pc:docMk/>
            <pc:sldMk cId="3968944966" sldId="257"/>
            <ac:spMk id="57" creationId="{E38C5B37-DA50-A17A-B542-44DD961CBE08}"/>
          </ac:spMkLst>
        </pc:spChg>
        <pc:spChg chg="add del mod">
          <ac:chgData name="Sun, Leiyi" userId="d7287061-51d8-422f-82ab-a2f4e25c0b3f" providerId="ADAL" clId="{17150761-123C-424D-8876-FF0931990867}" dt="2026-06-06T01:57:03.290" v="10437" actId="20577"/>
          <ac:spMkLst>
            <pc:docMk/>
            <pc:sldMk cId="3968944966" sldId="257"/>
            <ac:spMk id="58" creationId="{E82A9F8C-E9B9-25A3-0EB7-DDFB186AE335}"/>
          </ac:spMkLst>
        </pc:spChg>
        <pc:spChg chg="add mod">
          <ac:chgData name="Sun, Leiyi" userId="d7287061-51d8-422f-82ab-a2f4e25c0b3f" providerId="ADAL" clId="{17150761-123C-424D-8876-FF0931990867}" dt="2026-06-06T00:58:19.097" v="6154" actId="14100"/>
          <ac:spMkLst>
            <pc:docMk/>
            <pc:sldMk cId="3968944966" sldId="257"/>
            <ac:spMk id="1086" creationId="{6AFE356A-C7C6-7FF5-7D7D-117578A49E43}"/>
          </ac:spMkLst>
        </pc:spChg>
        <pc:spChg chg="add mod">
          <ac:chgData name="Sun, Leiyi" userId="d7287061-51d8-422f-82ab-a2f4e25c0b3f" providerId="ADAL" clId="{17150761-123C-424D-8876-FF0931990867}" dt="2026-06-06T01:13:29.085" v="6699" actId="20577"/>
          <ac:spMkLst>
            <pc:docMk/>
            <pc:sldMk cId="3968944966" sldId="257"/>
            <ac:spMk id="1087" creationId="{9E2E825D-3E3D-677F-E1B4-B7864AD26F50}"/>
          </ac:spMkLst>
        </pc:spChg>
        <pc:spChg chg="add mod">
          <ac:chgData name="Sun, Leiyi" userId="d7287061-51d8-422f-82ab-a2f4e25c0b3f" providerId="ADAL" clId="{17150761-123C-424D-8876-FF0931990867}" dt="2026-06-06T01:59:15.713" v="10696"/>
          <ac:spMkLst>
            <pc:docMk/>
            <pc:sldMk cId="3968944966" sldId="257"/>
            <ac:spMk id="1089" creationId="{A4B165DF-6E60-C1AC-2BCB-000C40BAAB76}"/>
          </ac:spMkLst>
        </pc:spChg>
        <pc:spChg chg="add mod">
          <ac:chgData name="Sun, Leiyi" userId="d7287061-51d8-422f-82ab-a2f4e25c0b3f" providerId="ADAL" clId="{17150761-123C-424D-8876-FF0931990867}" dt="2026-06-06T02:11:59.591" v="11033"/>
          <ac:spMkLst>
            <pc:docMk/>
            <pc:sldMk cId="3968944966" sldId="257"/>
            <ac:spMk id="1090" creationId="{0F757592-B9A2-11BF-DEA3-46B61D707AD7}"/>
          </ac:spMkLst>
        </pc:spChg>
        <pc:spChg chg="add mod">
          <ac:chgData name="Sun, Leiyi" userId="d7287061-51d8-422f-82ab-a2f4e25c0b3f" providerId="ADAL" clId="{17150761-123C-424D-8876-FF0931990867}" dt="2026-06-06T01:04:49.952" v="6659" actId="20577"/>
          <ac:spMkLst>
            <pc:docMk/>
            <pc:sldMk cId="3968944966" sldId="257"/>
            <ac:spMk id="1092" creationId="{143C5DB1-B4FA-2368-6D08-6FD79AE62DEB}"/>
          </ac:spMkLst>
        </pc:spChg>
        <pc:spChg chg="add mod">
          <ac:chgData name="Sun, Leiyi" userId="d7287061-51d8-422f-82ab-a2f4e25c0b3f" providerId="ADAL" clId="{17150761-123C-424D-8876-FF0931990867}" dt="2026-06-06T01:58:03.727" v="10586" actId="1076"/>
          <ac:spMkLst>
            <pc:docMk/>
            <pc:sldMk cId="3968944966" sldId="257"/>
            <ac:spMk id="1101" creationId="{0A1871F7-6EB6-45EF-6D76-29006BC87E76}"/>
          </ac:spMkLst>
        </pc:spChg>
        <pc:grpChg chg="mod">
          <ac:chgData name="Sun, Leiyi" userId="d7287061-51d8-422f-82ab-a2f4e25c0b3f" providerId="ADAL" clId="{17150761-123C-424D-8876-FF0931990867}" dt="2026-06-06T01:40:48.369" v="10161" actId="14100"/>
          <ac:grpSpMkLst>
            <pc:docMk/>
            <pc:sldMk cId="3968944966" sldId="257"/>
            <ac:grpSpMk id="1054" creationId="{A2CC7077-89D6-BB0E-5FB9-AE9F806071C1}"/>
          </ac:grpSpMkLst>
        </pc:grpChg>
        <pc:grpChg chg="mod">
          <ac:chgData name="Sun, Leiyi" userId="d7287061-51d8-422f-82ab-a2f4e25c0b3f" providerId="ADAL" clId="{17150761-123C-424D-8876-FF0931990867}" dt="2026-06-06T01:40:48.369" v="10161" actId="14100"/>
          <ac:grpSpMkLst>
            <pc:docMk/>
            <pc:sldMk cId="3968944966" sldId="257"/>
            <ac:grpSpMk id="1085" creationId="{F06D007B-0EB0-1E41-5515-7395651F7DE9}"/>
          </ac:grpSpMkLst>
        </pc:grpChg>
        <pc:picChg chg="mod">
          <ac:chgData name="Sun, Leiyi" userId="d7287061-51d8-422f-82ab-a2f4e25c0b3f" providerId="ADAL" clId="{17150761-123C-424D-8876-FF0931990867}" dt="2026-06-05T23:40:40.781" v="191" actId="1076"/>
          <ac:picMkLst>
            <pc:docMk/>
            <pc:sldMk cId="3968944966" sldId="257"/>
            <ac:picMk id="4" creationId="{A8EF6615-B11B-2EAC-823B-F036CA4CCB59}"/>
          </ac:picMkLst>
        </pc:picChg>
        <pc:picChg chg="mod">
          <ac:chgData name="Sun, Leiyi" userId="d7287061-51d8-422f-82ab-a2f4e25c0b3f" providerId="ADAL" clId="{17150761-123C-424D-8876-FF0931990867}" dt="2026-06-05T23:40:40.781" v="191" actId="1076"/>
          <ac:picMkLst>
            <pc:docMk/>
            <pc:sldMk cId="3968944966" sldId="257"/>
            <ac:picMk id="10" creationId="{5FFB4FEF-D888-1292-D9B2-7A1DA896682A}"/>
          </ac:picMkLst>
        </pc:picChg>
        <pc:picChg chg="mod">
          <ac:chgData name="Sun, Leiyi" userId="d7287061-51d8-422f-82ab-a2f4e25c0b3f" providerId="ADAL" clId="{17150761-123C-424D-8876-FF0931990867}" dt="2026-06-06T02:16:34.227" v="11065" actId="1076"/>
          <ac:picMkLst>
            <pc:docMk/>
            <pc:sldMk cId="3968944966" sldId="257"/>
            <ac:picMk id="35" creationId="{8A264F36-B1C7-0037-8037-49B238B58F30}"/>
          </ac:picMkLst>
        </pc:picChg>
        <pc:picChg chg="mod">
          <ac:chgData name="Sun, Leiyi" userId="d7287061-51d8-422f-82ab-a2f4e25c0b3f" providerId="ADAL" clId="{17150761-123C-424D-8876-FF0931990867}" dt="2026-06-06T02:16:35.306" v="11066" actId="1076"/>
          <ac:picMkLst>
            <pc:docMk/>
            <pc:sldMk cId="3968944966" sldId="257"/>
            <ac:picMk id="37" creationId="{AFBD3EBA-7088-EB6A-EF96-6D0ECE3A6123}"/>
          </ac:picMkLst>
        </pc:picChg>
        <pc:picChg chg="add mod">
          <ac:chgData name="Sun, Leiyi" userId="d7287061-51d8-422f-82ab-a2f4e25c0b3f" providerId="ADAL" clId="{17150761-123C-424D-8876-FF0931990867}" dt="2026-06-06T00:34:34.519" v="4684" actId="1076"/>
          <ac:picMkLst>
            <pc:docMk/>
            <pc:sldMk cId="3968944966" sldId="257"/>
            <ac:picMk id="39" creationId="{7BB30201-A03C-D2FE-D2C7-E73A66CF9DFF}"/>
          </ac:picMkLst>
        </pc:picChg>
        <pc:picChg chg="mod">
          <ac:chgData name="Sun, Leiyi" userId="d7287061-51d8-422f-82ab-a2f4e25c0b3f" providerId="ADAL" clId="{17150761-123C-424D-8876-FF0931990867}" dt="2026-06-06T02:00:40.440" v="10857" actId="1076"/>
          <ac:picMkLst>
            <pc:docMk/>
            <pc:sldMk cId="3968944966" sldId="257"/>
            <ac:picMk id="40" creationId="{B7D4BF0F-F2FD-3497-4F1E-63CEA5F8D079}"/>
          </ac:picMkLst>
        </pc:picChg>
        <pc:picChg chg="add mod">
          <ac:chgData name="Sun, Leiyi" userId="d7287061-51d8-422f-82ab-a2f4e25c0b3f" providerId="ADAL" clId="{17150761-123C-424D-8876-FF0931990867}" dt="2026-06-06T00:34:34.519" v="4684" actId="1076"/>
          <ac:picMkLst>
            <pc:docMk/>
            <pc:sldMk cId="3968944966" sldId="257"/>
            <ac:picMk id="41" creationId="{2B469127-68DB-9FDF-A626-576588A89B0C}"/>
          </ac:picMkLst>
        </pc:picChg>
        <pc:picChg chg="mod">
          <ac:chgData name="Sun, Leiyi" userId="d7287061-51d8-422f-82ab-a2f4e25c0b3f" providerId="ADAL" clId="{17150761-123C-424D-8876-FF0931990867}" dt="2026-06-06T02:00:41.570" v="10858" actId="1076"/>
          <ac:picMkLst>
            <pc:docMk/>
            <pc:sldMk cId="3968944966" sldId="257"/>
            <ac:picMk id="42" creationId="{919326A7-D80C-9317-1582-D5C6D648C599}"/>
          </ac:picMkLst>
        </pc:picChg>
        <pc:picChg chg="mod">
          <ac:chgData name="Sun, Leiyi" userId="d7287061-51d8-422f-82ab-a2f4e25c0b3f" providerId="ADAL" clId="{17150761-123C-424D-8876-FF0931990867}" dt="2026-06-05T23:40:40.781" v="191" actId="1076"/>
          <ac:picMkLst>
            <pc:docMk/>
            <pc:sldMk cId="3968944966" sldId="257"/>
            <ac:picMk id="49" creationId="{887F78FC-D310-A235-D10D-8CE7AF27F4D2}"/>
          </ac:picMkLst>
        </pc:picChg>
        <pc:picChg chg="add mod">
          <ac:chgData name="Sun, Leiyi" userId="d7287061-51d8-422f-82ab-a2f4e25c0b3f" providerId="ADAL" clId="{17150761-123C-424D-8876-FF0931990867}" dt="2026-06-06T00:34:34.519" v="4684" actId="1076"/>
          <ac:picMkLst>
            <pc:docMk/>
            <pc:sldMk cId="3968944966" sldId="257"/>
            <ac:picMk id="1026" creationId="{60440EF1-3988-032F-C435-2D777BB5284D}"/>
          </ac:picMkLst>
        </pc:picChg>
        <pc:picChg chg="mod">
          <ac:chgData name="Sun, Leiyi" userId="d7287061-51d8-422f-82ab-a2f4e25c0b3f" providerId="ADAL" clId="{17150761-123C-424D-8876-FF0931990867}" dt="2026-06-05T23:40:40.781" v="191" actId="1076"/>
          <ac:picMkLst>
            <pc:docMk/>
            <pc:sldMk cId="3968944966" sldId="257"/>
            <ac:picMk id="1028" creationId="{5DA19FD8-5AEB-810E-31FC-3E858BDA4CE1}"/>
          </ac:picMkLst>
        </pc:picChg>
        <pc:picChg chg="add mod">
          <ac:chgData name="Sun, Leiyi" userId="d7287061-51d8-422f-82ab-a2f4e25c0b3f" providerId="ADAL" clId="{17150761-123C-424D-8876-FF0931990867}" dt="2026-06-06T00:35:51.879" v="4701" actId="1076"/>
          <ac:picMkLst>
            <pc:docMk/>
            <pc:sldMk cId="3968944966" sldId="257"/>
            <ac:picMk id="1029" creationId="{19E1FDAB-E454-2A87-103E-B8255586167B}"/>
          </ac:picMkLst>
        </pc:picChg>
        <pc:picChg chg="add mod">
          <ac:chgData name="Sun, Leiyi" userId="d7287061-51d8-422f-82ab-a2f4e25c0b3f" providerId="ADAL" clId="{17150761-123C-424D-8876-FF0931990867}" dt="2026-06-06T00:35:50.463" v="4700" actId="1076"/>
          <ac:picMkLst>
            <pc:docMk/>
            <pc:sldMk cId="3968944966" sldId="257"/>
            <ac:picMk id="1031" creationId="{2957CE67-2FA7-D6B3-0D8E-C5847F569AED}"/>
          </ac:picMkLst>
        </pc:picChg>
        <pc:picChg chg="add mod">
          <ac:chgData name="Sun, Leiyi" userId="d7287061-51d8-422f-82ab-a2f4e25c0b3f" providerId="ADAL" clId="{17150761-123C-424D-8876-FF0931990867}" dt="2026-06-06T00:35:53.050" v="4702" actId="1076"/>
          <ac:picMkLst>
            <pc:docMk/>
            <pc:sldMk cId="3968944966" sldId="257"/>
            <ac:picMk id="1033" creationId="{99FAE0DB-885A-A7E5-9B1B-8EDCFFAF6A5D}"/>
          </ac:picMkLst>
        </pc:picChg>
        <pc:picChg chg="add mod">
          <ac:chgData name="Sun, Leiyi" userId="d7287061-51d8-422f-82ab-a2f4e25c0b3f" providerId="ADAL" clId="{17150761-123C-424D-8876-FF0931990867}" dt="2026-06-06T01:40:48.369" v="10161" actId="14100"/>
          <ac:picMkLst>
            <pc:docMk/>
            <pc:sldMk cId="3968944966" sldId="257"/>
            <ac:picMk id="1034" creationId="{6FEB77D9-E1AF-B579-E392-DDC2AACE068A}"/>
          </ac:picMkLst>
        </pc:picChg>
        <pc:picChg chg="add mod">
          <ac:chgData name="Sun, Leiyi" userId="d7287061-51d8-422f-82ab-a2f4e25c0b3f" providerId="ADAL" clId="{17150761-123C-424D-8876-FF0931990867}" dt="2026-06-06T01:40:48.369" v="10161" actId="14100"/>
          <ac:picMkLst>
            <pc:docMk/>
            <pc:sldMk cId="3968944966" sldId="257"/>
            <ac:picMk id="1035" creationId="{42E697E1-0F14-D98D-41B0-4EB2EACB5215}"/>
          </ac:picMkLst>
        </pc:picChg>
        <pc:picChg chg="add mod">
          <ac:chgData name="Sun, Leiyi" userId="d7287061-51d8-422f-82ab-a2f4e25c0b3f" providerId="ADAL" clId="{17150761-123C-424D-8876-FF0931990867}" dt="2026-06-06T01:40:48.369" v="10161" actId="14100"/>
          <ac:picMkLst>
            <pc:docMk/>
            <pc:sldMk cId="3968944966" sldId="257"/>
            <ac:picMk id="1055" creationId="{6D4C58C5-BDFF-4E8F-BF07-61E6A7A83D93}"/>
          </ac:picMkLst>
        </pc:picChg>
        <pc:picChg chg="add mod">
          <ac:chgData name="Sun, Leiyi" userId="d7287061-51d8-422f-82ab-a2f4e25c0b3f" providerId="ADAL" clId="{17150761-123C-424D-8876-FF0931990867}" dt="2026-06-06T01:40:48.369" v="10161" actId="14100"/>
          <ac:picMkLst>
            <pc:docMk/>
            <pc:sldMk cId="3968944966" sldId="257"/>
            <ac:picMk id="1056" creationId="{C8F90A3A-7E49-B834-18F5-CF987734105B}"/>
          </ac:picMkLst>
        </pc:picChg>
        <pc:picChg chg="add mod">
          <ac:chgData name="Sun, Leiyi" userId="d7287061-51d8-422f-82ab-a2f4e25c0b3f" providerId="ADAL" clId="{17150761-123C-424D-8876-FF0931990867}" dt="2026-06-06T01:04:14.236" v="6656" actId="1076"/>
          <ac:picMkLst>
            <pc:docMk/>
            <pc:sldMk cId="3968944966" sldId="257"/>
            <ac:picMk id="1093" creationId="{533A0220-00BA-CE5D-4BA2-CAAE53547AEA}"/>
          </ac:picMkLst>
        </pc:picChg>
        <pc:picChg chg="add mod">
          <ac:chgData name="Sun, Leiyi" userId="d7287061-51d8-422f-82ab-a2f4e25c0b3f" providerId="ADAL" clId="{17150761-123C-424D-8876-FF0931990867}" dt="2026-06-06T01:04:15.960" v="6657" actId="1076"/>
          <ac:picMkLst>
            <pc:docMk/>
            <pc:sldMk cId="3968944966" sldId="257"/>
            <ac:picMk id="1094" creationId="{B00F35ED-4933-9234-A377-C33AA8B203D0}"/>
          </ac:picMkLst>
        </pc:picChg>
        <pc:picChg chg="add mod">
          <ac:chgData name="Sun, Leiyi" userId="d7287061-51d8-422f-82ab-a2f4e25c0b3f" providerId="ADAL" clId="{17150761-123C-424D-8876-FF0931990867}" dt="2026-06-06T01:04:13.133" v="6655" actId="1076"/>
          <ac:picMkLst>
            <pc:docMk/>
            <pc:sldMk cId="3968944966" sldId="257"/>
            <ac:picMk id="1095" creationId="{CC2971E8-E47A-E852-373D-AE7B22961877}"/>
          </ac:picMkLst>
        </pc:picChg>
        <pc:picChg chg="add mod">
          <ac:chgData name="Sun, Leiyi" userId="d7287061-51d8-422f-82ab-a2f4e25c0b3f" providerId="ADAL" clId="{17150761-123C-424D-8876-FF0931990867}" dt="2026-06-06T02:00:43.354" v="10859" actId="1076"/>
          <ac:picMkLst>
            <pc:docMk/>
            <pc:sldMk cId="3968944966" sldId="257"/>
            <ac:picMk id="1097" creationId="{5C161A46-8EAA-C813-7C38-27A81BBC1554}"/>
          </ac:picMkLst>
        </pc:picChg>
        <pc:picChg chg="add mod">
          <ac:chgData name="Sun, Leiyi" userId="d7287061-51d8-422f-82ab-a2f4e25c0b3f" providerId="ADAL" clId="{17150761-123C-424D-8876-FF0931990867}" dt="2026-06-06T01:55:26.362" v="10315"/>
          <ac:picMkLst>
            <pc:docMk/>
            <pc:sldMk cId="3968944966" sldId="257"/>
            <ac:picMk id="1098" creationId="{10345A68-7855-41A3-A69F-FDB7DCEF75C0}"/>
          </ac:picMkLst>
        </pc:picChg>
        <pc:picChg chg="add mod">
          <ac:chgData name="Sun, Leiyi" userId="d7287061-51d8-422f-82ab-a2f4e25c0b3f" providerId="ADAL" clId="{17150761-123C-424D-8876-FF0931990867}" dt="2026-06-06T01:41:32.269" v="10218" actId="1076"/>
          <ac:picMkLst>
            <pc:docMk/>
            <pc:sldMk cId="3968944966" sldId="257"/>
            <ac:picMk id="1099" creationId="{E01E0684-A9E2-AB7F-135E-DC0C7B280935}"/>
          </ac:picMkLst>
        </pc:picChg>
        <pc:picChg chg="add mod">
          <ac:chgData name="Sun, Leiyi" userId="d7287061-51d8-422f-82ab-a2f4e25c0b3f" providerId="ADAL" clId="{17150761-123C-424D-8876-FF0931990867}" dt="2026-06-06T01:57:05.623" v="10438" actId="1076"/>
          <ac:picMkLst>
            <pc:docMk/>
            <pc:sldMk cId="3968944966" sldId="257"/>
            <ac:picMk id="1100" creationId="{C6D00E7D-12AE-5435-ABFF-B241B4938F76}"/>
          </ac:picMkLst>
        </pc:picChg>
        <pc:picChg chg="add mod">
          <ac:chgData name="Sun, Leiyi" userId="d7287061-51d8-422f-82ab-a2f4e25c0b3f" providerId="ADAL" clId="{17150761-123C-424D-8876-FF0931990867}" dt="2026-06-06T02:18:48.599" v="11178" actId="1076"/>
          <ac:picMkLst>
            <pc:docMk/>
            <pc:sldMk cId="3968944966" sldId="257"/>
            <ac:picMk id="1110" creationId="{FD8B0828-F2ED-B470-D519-5EBC5DAEA452}"/>
          </ac:picMkLst>
        </pc:picChg>
        <pc:picChg chg="add mod">
          <ac:chgData name="Sun, Leiyi" userId="d7287061-51d8-422f-82ab-a2f4e25c0b3f" providerId="ADAL" clId="{17150761-123C-424D-8876-FF0931990867}" dt="2026-06-06T02:28:19.707" v="12966" actId="1076"/>
          <ac:picMkLst>
            <pc:docMk/>
            <pc:sldMk cId="3968944966" sldId="257"/>
            <ac:picMk id="1111" creationId="{4C8B43D2-689C-1E65-D63B-AABED1E0F8F1}"/>
          </ac:picMkLst>
        </pc:picChg>
        <pc:inkChg chg="add">
          <ac:chgData name="Sun, Leiyi" userId="d7287061-51d8-422f-82ab-a2f4e25c0b3f" providerId="ADAL" clId="{17150761-123C-424D-8876-FF0931990867}" dt="2026-06-06T00:40:23.467" v="5207" actId="9405"/>
          <ac:inkMkLst>
            <pc:docMk/>
            <pc:sldMk cId="3968944966" sldId="257"/>
            <ac:inkMk id="1036" creationId="{D6721BB9-F88C-7C6C-4BDF-17929B7F86FB}"/>
          </ac:inkMkLst>
        </pc:inkChg>
        <pc:inkChg chg="add mod">
          <ac:chgData name="Sun, Leiyi" userId="d7287061-51d8-422f-82ab-a2f4e25c0b3f" providerId="ADAL" clId="{17150761-123C-424D-8876-FF0931990867}" dt="2026-06-06T00:40:31.872" v="5224"/>
          <ac:inkMkLst>
            <pc:docMk/>
            <pc:sldMk cId="3968944966" sldId="257"/>
            <ac:inkMk id="1037" creationId="{C6FFF4EF-6909-8777-FA3F-88F41E36E8E8}"/>
          </ac:inkMkLst>
        </pc:inkChg>
        <pc:inkChg chg="add">
          <ac:chgData name="Sun, Leiyi" userId="d7287061-51d8-422f-82ab-a2f4e25c0b3f" providerId="ADAL" clId="{17150761-123C-424D-8876-FF0931990867}" dt="2026-06-06T00:40:25.568" v="5209" actId="9405"/>
          <ac:inkMkLst>
            <pc:docMk/>
            <pc:sldMk cId="3968944966" sldId="257"/>
            <ac:inkMk id="1038" creationId="{6FDA044A-3D77-B671-C52F-925C781EE045}"/>
          </ac:inkMkLst>
        </pc:inkChg>
        <pc:inkChg chg="add">
          <ac:chgData name="Sun, Leiyi" userId="d7287061-51d8-422f-82ab-a2f4e25c0b3f" providerId="ADAL" clId="{17150761-123C-424D-8876-FF0931990867}" dt="2026-06-06T00:40:26.366" v="5210" actId="9405"/>
          <ac:inkMkLst>
            <pc:docMk/>
            <pc:sldMk cId="3968944966" sldId="257"/>
            <ac:inkMk id="1039" creationId="{E0E4370D-5E9C-4454-F472-DE1124372FD3}"/>
          </ac:inkMkLst>
        </pc:inkChg>
        <pc:inkChg chg="add">
          <ac:chgData name="Sun, Leiyi" userId="d7287061-51d8-422f-82ab-a2f4e25c0b3f" providerId="ADAL" clId="{17150761-123C-424D-8876-FF0931990867}" dt="2026-06-06T00:40:26.662" v="5211" actId="9405"/>
          <ac:inkMkLst>
            <pc:docMk/>
            <pc:sldMk cId="3968944966" sldId="257"/>
            <ac:inkMk id="1040" creationId="{B7D22D64-5439-6F46-2F3B-3394D0018DA4}"/>
          </ac:inkMkLst>
        </pc:inkChg>
        <pc:inkChg chg="add mod">
          <ac:chgData name="Sun, Leiyi" userId="d7287061-51d8-422f-82ab-a2f4e25c0b3f" providerId="ADAL" clId="{17150761-123C-424D-8876-FF0931990867}" dt="2026-06-06T00:40:31.872" v="5224"/>
          <ac:inkMkLst>
            <pc:docMk/>
            <pc:sldMk cId="3968944966" sldId="257"/>
            <ac:inkMk id="1041" creationId="{EFAFC2EE-CAA1-0497-4B44-447AF1C96D80}"/>
          </ac:inkMkLst>
        </pc:inkChg>
        <pc:inkChg chg="add mod">
          <ac:chgData name="Sun, Leiyi" userId="d7287061-51d8-422f-82ab-a2f4e25c0b3f" providerId="ADAL" clId="{17150761-123C-424D-8876-FF0931990867}" dt="2026-06-06T00:40:31.872" v="5224"/>
          <ac:inkMkLst>
            <pc:docMk/>
            <pc:sldMk cId="3968944966" sldId="257"/>
            <ac:inkMk id="1042" creationId="{9B61A7CC-B36D-098D-888E-9F6EB146367C}"/>
          </ac:inkMkLst>
        </pc:inkChg>
        <pc:inkChg chg="add">
          <ac:chgData name="Sun, Leiyi" userId="d7287061-51d8-422f-82ab-a2f4e25c0b3f" providerId="ADAL" clId="{17150761-123C-424D-8876-FF0931990867}" dt="2026-06-06T00:40:27.691" v="5214" actId="9405"/>
          <ac:inkMkLst>
            <pc:docMk/>
            <pc:sldMk cId="3968944966" sldId="257"/>
            <ac:inkMk id="1043" creationId="{75FD75AB-9CA4-C744-C8BF-A50B89CBD239}"/>
          </ac:inkMkLst>
        </pc:inkChg>
        <pc:inkChg chg="add">
          <ac:chgData name="Sun, Leiyi" userId="d7287061-51d8-422f-82ab-a2f4e25c0b3f" providerId="ADAL" clId="{17150761-123C-424D-8876-FF0931990867}" dt="2026-06-06T00:40:27.826" v="5215" actId="9405"/>
          <ac:inkMkLst>
            <pc:docMk/>
            <pc:sldMk cId="3968944966" sldId="257"/>
            <ac:inkMk id="1044" creationId="{828C83CF-2E50-E991-180C-ABCF07387DFD}"/>
          </ac:inkMkLst>
        </pc:inkChg>
        <pc:inkChg chg="add mod">
          <ac:chgData name="Sun, Leiyi" userId="d7287061-51d8-422f-82ab-a2f4e25c0b3f" providerId="ADAL" clId="{17150761-123C-424D-8876-FF0931990867}" dt="2026-06-06T00:40:31.872" v="5224"/>
          <ac:inkMkLst>
            <pc:docMk/>
            <pc:sldMk cId="3968944966" sldId="257"/>
            <ac:inkMk id="1045" creationId="{E9DB92C9-43AC-C96C-C451-8F573A502D60}"/>
          </ac:inkMkLst>
        </pc:inkChg>
        <pc:inkChg chg="add">
          <ac:chgData name="Sun, Leiyi" userId="d7287061-51d8-422f-82ab-a2f4e25c0b3f" providerId="ADAL" clId="{17150761-123C-424D-8876-FF0931990867}" dt="2026-06-06T00:40:28.198" v="5217" actId="9405"/>
          <ac:inkMkLst>
            <pc:docMk/>
            <pc:sldMk cId="3968944966" sldId="257"/>
            <ac:inkMk id="1046" creationId="{7FD43084-F56E-37F0-73B0-C98F9DA2E576}"/>
          </ac:inkMkLst>
        </pc:inkChg>
        <pc:inkChg chg="add mod">
          <ac:chgData name="Sun, Leiyi" userId="d7287061-51d8-422f-82ab-a2f4e25c0b3f" providerId="ADAL" clId="{17150761-123C-424D-8876-FF0931990867}" dt="2026-06-06T00:40:31.872" v="5224"/>
          <ac:inkMkLst>
            <pc:docMk/>
            <pc:sldMk cId="3968944966" sldId="257"/>
            <ac:inkMk id="1047" creationId="{E52A3E9A-19A3-C623-041A-F3BB0D8DD51B}"/>
          </ac:inkMkLst>
        </pc:inkChg>
        <pc:inkChg chg="add">
          <ac:chgData name="Sun, Leiyi" userId="d7287061-51d8-422f-82ab-a2f4e25c0b3f" providerId="ADAL" clId="{17150761-123C-424D-8876-FF0931990867}" dt="2026-06-06T00:40:28.536" v="5219" actId="9405"/>
          <ac:inkMkLst>
            <pc:docMk/>
            <pc:sldMk cId="3968944966" sldId="257"/>
            <ac:inkMk id="1048" creationId="{D32B655C-E7BF-371B-F5F7-CC7A37CE1392}"/>
          </ac:inkMkLst>
        </pc:inkChg>
        <pc:inkChg chg="add mod">
          <ac:chgData name="Sun, Leiyi" userId="d7287061-51d8-422f-82ab-a2f4e25c0b3f" providerId="ADAL" clId="{17150761-123C-424D-8876-FF0931990867}" dt="2026-06-06T00:40:31.872" v="5224"/>
          <ac:inkMkLst>
            <pc:docMk/>
            <pc:sldMk cId="3968944966" sldId="257"/>
            <ac:inkMk id="1049" creationId="{CC6BC3A3-BF5F-6864-32E0-A53CAB15FECC}"/>
          </ac:inkMkLst>
        </pc:inkChg>
        <pc:inkChg chg="add mod">
          <ac:chgData name="Sun, Leiyi" userId="d7287061-51d8-422f-82ab-a2f4e25c0b3f" providerId="ADAL" clId="{17150761-123C-424D-8876-FF0931990867}" dt="2026-06-06T00:40:31.872" v="5224"/>
          <ac:inkMkLst>
            <pc:docMk/>
            <pc:sldMk cId="3968944966" sldId="257"/>
            <ac:inkMk id="1050" creationId="{E79213EF-2E64-27DE-6346-93B1AD2B0E45}"/>
          </ac:inkMkLst>
        </pc:inkChg>
        <pc:inkChg chg="add mod">
          <ac:chgData name="Sun, Leiyi" userId="d7287061-51d8-422f-82ab-a2f4e25c0b3f" providerId="ADAL" clId="{17150761-123C-424D-8876-FF0931990867}" dt="2026-06-06T00:40:31.872" v="5224"/>
          <ac:inkMkLst>
            <pc:docMk/>
            <pc:sldMk cId="3968944966" sldId="257"/>
            <ac:inkMk id="1051" creationId="{2BC6F143-AFB9-1E87-AE4F-D67071B98864}"/>
          </ac:inkMkLst>
        </pc:inkChg>
        <pc:inkChg chg="add">
          <ac:chgData name="Sun, Leiyi" userId="d7287061-51d8-422f-82ab-a2f4e25c0b3f" providerId="ADAL" clId="{17150761-123C-424D-8876-FF0931990867}" dt="2026-06-06T00:40:31.287" v="5223" actId="9405"/>
          <ac:inkMkLst>
            <pc:docMk/>
            <pc:sldMk cId="3968944966" sldId="257"/>
            <ac:inkMk id="1052" creationId="{7B1852D5-2D16-2EFD-9708-BF9978CAB05F}"/>
          </ac:inkMkLst>
        </pc:inkChg>
        <pc:inkChg chg="add mod">
          <ac:chgData name="Sun, Leiyi" userId="d7287061-51d8-422f-82ab-a2f4e25c0b3f" providerId="ADAL" clId="{17150761-123C-424D-8876-FF0931990867}" dt="2026-06-06T00:48:56.289" v="5894"/>
          <ac:inkMkLst>
            <pc:docMk/>
            <pc:sldMk cId="3968944966" sldId="257"/>
            <ac:inkMk id="1058" creationId="{B1145316-548F-D648-BF7F-7D02366F7BC4}"/>
          </ac:inkMkLst>
        </pc:inkChg>
        <pc:inkChg chg="add mod">
          <ac:chgData name="Sun, Leiyi" userId="d7287061-51d8-422f-82ab-a2f4e25c0b3f" providerId="ADAL" clId="{17150761-123C-424D-8876-FF0931990867}" dt="2026-06-06T00:49:05.910" v="5916"/>
          <ac:inkMkLst>
            <pc:docMk/>
            <pc:sldMk cId="3968944966" sldId="257"/>
            <ac:inkMk id="1059" creationId="{E168A45E-661F-1827-A30D-5D5670511DE9}"/>
          </ac:inkMkLst>
        </pc:inkChg>
        <pc:inkChg chg="add mod">
          <ac:chgData name="Sun, Leiyi" userId="d7287061-51d8-422f-82ab-a2f4e25c0b3f" providerId="ADAL" clId="{17150761-123C-424D-8876-FF0931990867}" dt="2026-06-06T01:40:48.369" v="10161" actId="14100"/>
          <ac:inkMkLst>
            <pc:docMk/>
            <pc:sldMk cId="3968944966" sldId="257"/>
            <ac:inkMk id="1063" creationId="{88B60BB3-C9D0-E846-C438-7CF67BF972F6}"/>
          </ac:inkMkLst>
        </pc:inkChg>
        <pc:inkChg chg="add">
          <ac:chgData name="Sun, Leiyi" userId="d7287061-51d8-422f-82ab-a2f4e25c0b3f" providerId="ADAL" clId="{17150761-123C-424D-8876-FF0931990867}" dt="2026-06-06T00:48:57.426" v="5896" actId="9405"/>
          <ac:inkMkLst>
            <pc:docMk/>
            <pc:sldMk cId="3968944966" sldId="257"/>
            <ac:inkMk id="1064" creationId="{A26B5C51-6112-D48B-4449-60FE0C1B5CCA}"/>
          </ac:inkMkLst>
        </pc:inkChg>
        <pc:inkChg chg="add">
          <ac:chgData name="Sun, Leiyi" userId="d7287061-51d8-422f-82ab-a2f4e25c0b3f" providerId="ADAL" clId="{17150761-123C-424D-8876-FF0931990867}" dt="2026-06-06T00:48:57.637" v="5897" actId="9405"/>
          <ac:inkMkLst>
            <pc:docMk/>
            <pc:sldMk cId="3968944966" sldId="257"/>
            <ac:inkMk id="1065" creationId="{8DE075B7-5EB7-87E5-4405-1F7800B7B35C}"/>
          </ac:inkMkLst>
        </pc:inkChg>
        <pc:inkChg chg="add mod">
          <ac:chgData name="Sun, Leiyi" userId="d7287061-51d8-422f-82ab-a2f4e25c0b3f" providerId="ADAL" clId="{17150761-123C-424D-8876-FF0931990867}" dt="2026-06-06T00:49:05.910" v="5916"/>
          <ac:inkMkLst>
            <pc:docMk/>
            <pc:sldMk cId="3968944966" sldId="257"/>
            <ac:inkMk id="1066" creationId="{7CCCC694-5BB3-1DA2-C1FF-3C13A7CD81C2}"/>
          </ac:inkMkLst>
        </pc:inkChg>
        <pc:inkChg chg="add mod">
          <ac:chgData name="Sun, Leiyi" userId="d7287061-51d8-422f-82ab-a2f4e25c0b3f" providerId="ADAL" clId="{17150761-123C-424D-8876-FF0931990867}" dt="2026-06-06T01:40:48.369" v="10161" actId="14100"/>
          <ac:inkMkLst>
            <pc:docMk/>
            <pc:sldMk cId="3968944966" sldId="257"/>
            <ac:inkMk id="1067" creationId="{01E3963C-9761-4ECF-C8A8-6FFC4048F3C7}"/>
          </ac:inkMkLst>
        </pc:inkChg>
        <pc:inkChg chg="add">
          <ac:chgData name="Sun, Leiyi" userId="d7287061-51d8-422f-82ab-a2f4e25c0b3f" providerId="ADAL" clId="{17150761-123C-424D-8876-FF0931990867}" dt="2026-06-06T00:48:58.685" v="5900" actId="9405"/>
          <ac:inkMkLst>
            <pc:docMk/>
            <pc:sldMk cId="3968944966" sldId="257"/>
            <ac:inkMk id="1068" creationId="{37DDFD81-68BD-3C0F-B943-490A0B045977}"/>
          </ac:inkMkLst>
        </pc:inkChg>
        <pc:inkChg chg="add">
          <ac:chgData name="Sun, Leiyi" userId="d7287061-51d8-422f-82ab-a2f4e25c0b3f" providerId="ADAL" clId="{17150761-123C-424D-8876-FF0931990867}" dt="2026-06-06T00:48:59.062" v="5901" actId="9405"/>
          <ac:inkMkLst>
            <pc:docMk/>
            <pc:sldMk cId="3968944966" sldId="257"/>
            <ac:inkMk id="1069" creationId="{AAF396A3-9D2D-4D65-C630-C99B88C7451E}"/>
          </ac:inkMkLst>
        </pc:inkChg>
        <pc:inkChg chg="add mod">
          <ac:chgData name="Sun, Leiyi" userId="d7287061-51d8-422f-82ab-a2f4e25c0b3f" providerId="ADAL" clId="{17150761-123C-424D-8876-FF0931990867}" dt="2026-06-06T01:40:48.369" v="10161" actId="14100"/>
          <ac:inkMkLst>
            <pc:docMk/>
            <pc:sldMk cId="3968944966" sldId="257"/>
            <ac:inkMk id="1070" creationId="{01400475-B3E3-2BB2-82BF-A0C314ED41B3}"/>
          </ac:inkMkLst>
        </pc:inkChg>
        <pc:inkChg chg="add">
          <ac:chgData name="Sun, Leiyi" userId="d7287061-51d8-422f-82ab-a2f4e25c0b3f" providerId="ADAL" clId="{17150761-123C-424D-8876-FF0931990867}" dt="2026-06-06T00:48:59.649" v="5903" actId="9405"/>
          <ac:inkMkLst>
            <pc:docMk/>
            <pc:sldMk cId="3968944966" sldId="257"/>
            <ac:inkMk id="1071" creationId="{330921E1-73A7-D259-AEC0-DE16CC525A77}"/>
          </ac:inkMkLst>
        </pc:inkChg>
        <pc:inkChg chg="add mod">
          <ac:chgData name="Sun, Leiyi" userId="d7287061-51d8-422f-82ab-a2f4e25c0b3f" providerId="ADAL" clId="{17150761-123C-424D-8876-FF0931990867}" dt="2026-06-06T00:49:05.910" v="5916"/>
          <ac:inkMkLst>
            <pc:docMk/>
            <pc:sldMk cId="3968944966" sldId="257"/>
            <ac:inkMk id="1072" creationId="{11878DE7-45EC-381B-D11E-86A1411635B2}"/>
          </ac:inkMkLst>
        </pc:inkChg>
        <pc:inkChg chg="add">
          <ac:chgData name="Sun, Leiyi" userId="d7287061-51d8-422f-82ab-a2f4e25c0b3f" providerId="ADAL" clId="{17150761-123C-424D-8876-FF0931990867}" dt="2026-06-06T00:48:59.947" v="5905" actId="9405"/>
          <ac:inkMkLst>
            <pc:docMk/>
            <pc:sldMk cId="3968944966" sldId="257"/>
            <ac:inkMk id="1073" creationId="{46A83525-5224-7171-0B37-8BFD64F580DD}"/>
          </ac:inkMkLst>
        </pc:inkChg>
        <pc:inkChg chg="add">
          <ac:chgData name="Sun, Leiyi" userId="d7287061-51d8-422f-82ab-a2f4e25c0b3f" providerId="ADAL" clId="{17150761-123C-424D-8876-FF0931990867}" dt="2026-06-06T00:49:00.332" v="5906" actId="9405"/>
          <ac:inkMkLst>
            <pc:docMk/>
            <pc:sldMk cId="3968944966" sldId="257"/>
            <ac:inkMk id="1074" creationId="{EBDC6520-28F6-8DEA-0A6F-A3049CDC4A16}"/>
          </ac:inkMkLst>
        </pc:inkChg>
        <pc:inkChg chg="add">
          <ac:chgData name="Sun, Leiyi" userId="d7287061-51d8-422f-82ab-a2f4e25c0b3f" providerId="ADAL" clId="{17150761-123C-424D-8876-FF0931990867}" dt="2026-06-06T00:49:00.897" v="5907" actId="9405"/>
          <ac:inkMkLst>
            <pc:docMk/>
            <pc:sldMk cId="3968944966" sldId="257"/>
            <ac:inkMk id="1075" creationId="{393E4E48-7C8B-7FE5-2C61-C3DB9035CFF4}"/>
          </ac:inkMkLst>
        </pc:inkChg>
        <pc:inkChg chg="add mod">
          <ac:chgData name="Sun, Leiyi" userId="d7287061-51d8-422f-82ab-a2f4e25c0b3f" providerId="ADAL" clId="{17150761-123C-424D-8876-FF0931990867}" dt="2026-06-06T00:49:05.910" v="5916"/>
          <ac:inkMkLst>
            <pc:docMk/>
            <pc:sldMk cId="3968944966" sldId="257"/>
            <ac:inkMk id="1076" creationId="{B4521E08-523A-5E84-8CE0-5936A534C618}"/>
          </ac:inkMkLst>
        </pc:inkChg>
        <pc:inkChg chg="add">
          <ac:chgData name="Sun, Leiyi" userId="d7287061-51d8-422f-82ab-a2f4e25c0b3f" providerId="ADAL" clId="{17150761-123C-424D-8876-FF0931990867}" dt="2026-06-06T00:49:01.798" v="5909" actId="9405"/>
          <ac:inkMkLst>
            <pc:docMk/>
            <pc:sldMk cId="3968944966" sldId="257"/>
            <ac:inkMk id="1077" creationId="{9CFD86E8-42C1-BE6A-77C9-1E6457BCBC07}"/>
          </ac:inkMkLst>
        </pc:inkChg>
        <pc:inkChg chg="add">
          <ac:chgData name="Sun, Leiyi" userId="d7287061-51d8-422f-82ab-a2f4e25c0b3f" providerId="ADAL" clId="{17150761-123C-424D-8876-FF0931990867}" dt="2026-06-06T00:49:02.195" v="5910" actId="9405"/>
          <ac:inkMkLst>
            <pc:docMk/>
            <pc:sldMk cId="3968944966" sldId="257"/>
            <ac:inkMk id="1078" creationId="{6F705F39-F7AF-8B0D-CE01-3EFCC9ED1420}"/>
          </ac:inkMkLst>
        </pc:inkChg>
        <pc:inkChg chg="add mod">
          <ac:chgData name="Sun, Leiyi" userId="d7287061-51d8-422f-82ab-a2f4e25c0b3f" providerId="ADAL" clId="{17150761-123C-424D-8876-FF0931990867}" dt="2026-06-06T00:49:05.910" v="5916"/>
          <ac:inkMkLst>
            <pc:docMk/>
            <pc:sldMk cId="3968944966" sldId="257"/>
            <ac:inkMk id="1079" creationId="{60A0F73E-B08F-74FD-8C14-8E3E59C3D5EA}"/>
          </ac:inkMkLst>
        </pc:inkChg>
        <pc:inkChg chg="add">
          <ac:chgData name="Sun, Leiyi" userId="d7287061-51d8-422f-82ab-a2f4e25c0b3f" providerId="ADAL" clId="{17150761-123C-424D-8876-FF0931990867}" dt="2026-06-06T00:49:03.658" v="5912" actId="9405"/>
          <ac:inkMkLst>
            <pc:docMk/>
            <pc:sldMk cId="3968944966" sldId="257"/>
            <ac:inkMk id="1080" creationId="{E5E55EE9-218C-7134-30C6-CCC5FE779D97}"/>
          </ac:inkMkLst>
        </pc:inkChg>
        <pc:inkChg chg="add mod">
          <ac:chgData name="Sun, Leiyi" userId="d7287061-51d8-422f-82ab-a2f4e25c0b3f" providerId="ADAL" clId="{17150761-123C-424D-8876-FF0931990867}" dt="2026-06-06T01:40:48.369" v="10161" actId="14100"/>
          <ac:inkMkLst>
            <pc:docMk/>
            <pc:sldMk cId="3968944966" sldId="257"/>
            <ac:inkMk id="1081" creationId="{ACFE60FB-45E6-2563-823D-E959E45C9E81}"/>
          </ac:inkMkLst>
        </pc:inkChg>
        <pc:inkChg chg="add">
          <ac:chgData name="Sun, Leiyi" userId="d7287061-51d8-422f-82ab-a2f4e25c0b3f" providerId="ADAL" clId="{17150761-123C-424D-8876-FF0931990867}" dt="2026-06-06T00:49:04.066" v="5914" actId="9405"/>
          <ac:inkMkLst>
            <pc:docMk/>
            <pc:sldMk cId="3968944966" sldId="257"/>
            <ac:inkMk id="1082" creationId="{B2B48AD9-D484-A36B-58CC-44ACF926EE4C}"/>
          </ac:inkMkLst>
        </pc:inkChg>
        <pc:inkChg chg="add mod">
          <ac:chgData name="Sun, Leiyi" userId="d7287061-51d8-422f-82ab-a2f4e25c0b3f" providerId="ADAL" clId="{17150761-123C-424D-8876-FF0931990867}" dt="2026-06-06T00:49:05.910" v="5916"/>
          <ac:inkMkLst>
            <pc:docMk/>
            <pc:sldMk cId="3968944966" sldId="257"/>
            <ac:inkMk id="1083" creationId="{807C5B73-8DD7-FE06-506D-2140D269C513}"/>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3.463"/>
    </inkml:context>
    <inkml:brush xml:id="br0">
      <inkml:brushProperty name="width" value="0.06" units="cm"/>
      <inkml:brushProperty name="height" value="0.06" units="cm"/>
      <inkml:brushProperty name="color" value="#E71224"/>
    </inkml:brush>
  </inkml:definitions>
  <inkml:trace contextRef="#ctx0" brushRef="#br0">669 10 8522,'-60'-6'2699,"24"2"-1440,-7 28 0,-16 21 0,-6 12 1,4 0-1,15-10-1259,11 4 0,2 3-902,-9-5 1,-13 10 0,-2 3 0,10-4 0,20-9 901,25-2 0,12-7 0,1 15 828,11 12-918,1-14 90,2-1 35,2-7-35,-7-17 0,1-2-424,2-2 424,1-3 0,1-2 0,2-2-90,0-3 90,1-1 0,2-2 2163,0-3-2163,15-1 0,-10-3 0,11-1 0,-13-5 0,-1-1 0,0-2 0,14-6 0,-10 1 0,9-5-90,-14 2 90,9-9 90,-9 4-90,17-17 0,-22 12 0,6-8 0,-12 8 0,-1-1 0,-2-1 0,2-15 0,-7 9 0,2-11 0,-8 10 0,-2-15 0,-3 10 0,-1-12 90,-4 15-90,-5-18 0,0 13 350,-5-12-350,3 16 0,-7-11 0,4 13 0,-5-7 0,6 17 0,0 2 590,0 3-680,-7-3 90,5 7 90,-6-3-86,4 9-4,-8-3 0,4 5 412,-8-3-412,8 4 0,-13-2 0,8 2 0,-10-1 0,11 2 638,-1 0-638,-1 1 0,-1 0 90,1 0-90,0 0 0,1 1 0,0-1 0,2 1 0,0 0 0,-9 1 0,9 1 0,-8 1 0,12 1 90,-8 2-90,8 0 0,-11 4 0,15-2 0,-5 3 0,8-3 0,-5 5 0,5-2 90,-3 2-90,5-3 0,1 0 0,0 1 0,1 0 0,0 1 0,1 0 0,1 0 0,0 2 0,1 0 0,0 0 0,1 1 0,1 0 0,2 2 0,0 1 0,2 1 0,2 11 0,1-5 0,2 19 0,0-16 0,1 9 0,-1-11 0,3 10 0,-1-7 0,2 8 0,-2-10 0,3 11 0,-1-8 0,2 8 0,-3-12 0,1-1 0,0-1-90,4 8 90,-2-8 0,4 4 0,-3-9 0,2-2 0,1 0 0,11 5 0,-5-5 0,8 4-439,-7-7 439,-1 0 0,2-2 0,0 0 0,0-2 0,1 0 90,0-2-90,0-2 0,0 0-206,0-2 206,0-2-90,1 0 90,-1-2 0,1-2-90,-1-1 90,11-5-90,-8 0-90,17-11 0,-17 5-809,17-15 90,-19 11-674,6-7 223,-11 7-1652,6-9 1113,-8 7-90,6-7 1979,-10 9 0,-1 2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5.352"/>
    </inkml:context>
    <inkml:brush xml:id="br0">
      <inkml:brushProperty name="width" value="0.06" units="cm"/>
      <inkml:brushProperty name="height" value="0.06" units="cm"/>
      <inkml:brushProperty name="color" value="#E71224"/>
    </inkml:brush>
  </inkml:definitions>
  <inkml:trace contextRef="#ctx0" brushRef="#br0">676 754 8432,'-9'-4'2069,"1"-1"-1799,-2-5-180,3 0 90,-5-5 90,3 1-91,0-2 91,0-2 0,-1-2-90,0-2 180,-1-1 180,-6-14-361,2 6-843,-4-10 934,4 11 180,-10-17-180,5 12-1,-6-12 91,5 16 270,-9-13-360,8 13 89,-8-8-179,10 14-291,-5-4 291,6 8-180,-4-2 90,9 10 0,-5-2-90,6 5 0,-3-2 90,6 6-90,-3-1 896,4 3-806,-3-1 329,5 3-419,-1-2 0,1 2 0,0 0 90,2 0-90,1 1 0,1 1 0,-1-1 0,1 1 0,0 0 0,1 1 0,0-1 0,1 0 0,-1 1 0,1-1 90,0 2-90,0-1 0,-1 0 90,1 0-90,0 1 0,0-1 0,0 0 0,-1 0 0,1 1-90,0 0 90,-1 0 90,0 0-90,-2 0 0,2 0 0,-1 0 0,1 0 0,-3-1 90,1 0-90,0 1 0,0-1 0,2 0 0,-2 0 0,1 0 0,0 0 0,-1 1 0,1 0 0,-1 0 0,2 0 0,-1 0 0,1-1 0,0 1 0,1-1 90,0 3-90,1 0-90,-1 2 90,1 0 0,0 6 0,0-1 0,0 4 0,1-2 90,1 8-90,0-4 0,2 7-90,-1-5 90,2 9 0,-2-4 0,3 7 0,-1-8-90,-1 0-231,2 1 141,-1 0-180,1-1-899,2 9 359,-2-9-179,2 6-1,-3-12-1078,1 3 1168,-1-8 1,2 0-1,-2-8 990,3-5 0,-3-3 0,2-2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5.567"/>
    </inkml:context>
    <inkml:brush xml:id="br0">
      <inkml:brushProperty name="width" value="0.06" units="cm"/>
      <inkml:brushProperty name="height" value="0.06" units="cm"/>
      <inkml:brushProperty name="color" value="#E71224"/>
    </inkml:brush>
  </inkml:definitions>
  <inkml:trace contextRef="#ctx0" brushRef="#br0">10 55 8162,'-5'-15'5757,"0"3"-5667,6 11 0,0-1 0,1 0 90,1 0 0,2 0 0,1 0 89,3-1-89,2 0 90,3 0-90,1 0-90,2 1 0,2 1-90,1 0 0,1 0 0,1 2 0,1-1-90,0 2 90,-1-1-540,9 4-89,-8-2-1080,14 5 629,-17-3-179,6 2-90,-10-2-1979,5 3 3328,-7-2 0,4 4 0,-8-3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6.365"/>
    </inkml:context>
    <inkml:brush xml:id="br0">
      <inkml:brushProperty name="width" value="0.06" units="cm"/>
      <inkml:brushProperty name="height" value="0.06" units="cm"/>
      <inkml:brushProperty name="color" value="#E71224"/>
    </inkml:brush>
  </inkml:definitions>
  <inkml:trace contextRef="#ctx0" brushRef="#br0">2 233 7263,'5'-2'1169,"-1"1"-899,1 1 0,0 2 0,2 1 0,-1 0 539,8 8-629,-5-4 90,7 6-90,-8-3 90,1 0-91,0 1 1,0 1 0,0 1 0,-1 2-90,1 0 0,-1 1 0,0 1-90,-1 0 90,2 10-90,-4-7 0,1 8 90,-3-9-90,-2 8 0,0-7 0,-2 4 0,-1-9 90,-3 3-90,1-7 0,-4 2 0,2-7-90,-6-2 90,2-3 0,-10-6-90,7-2 90,-6-6 0,6 0 0,1-2 0,-1-3 0,-1-12-90,4 4 90,0-8 0,5 7 0,1-13 0,3 9-1629,2-12 1629,2 12-357,6-13 357,-1 9 0,5-8 0,-1 14 0,5-10 0,-3 12 0,4-5-265,-5 15 265,-1 3 90,0 3-90,5 2 1584,-5 5-1494,3 3 514,-6 5-514,0 2-90,-13 37 0,-11 26 0,2-12 0,8-12 0,-7 10 0,-1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6.662"/>
    </inkml:context>
    <inkml:brush xml:id="br0">
      <inkml:brushProperty name="width" value="0.06" units="cm"/>
      <inkml:brushProperty name="height" value="0.06" units="cm"/>
      <inkml:brushProperty name="color" value="#E71224"/>
    </inkml:brush>
  </inkml:definitions>
  <inkml:trace contextRef="#ctx0" brushRef="#br0">1 0 7263,'4'67'9265,"-2"-42"-9265,5 34 0,-5-54 0,-1 0 0,1 0 90,-1-1-90,1 0 0,0-1 0,-1 0 0,2 0 0,-1 0 0,1 0 0,0 1 0,0-1 0,1 0 0,-1 0 0,0 0 0,1 0 0,-1 0 0,1-1 0,-2-1 0,0 0 0,-1 0 0,1-1 0,-1 1-90,0-1-1979,-13-11 1079,7 6-89,-10-7-180,10 9-1,0 1-1888,-2 0 3148,2 2 0,-3 0 0,4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7.164"/>
    </inkml:context>
    <inkml:brush xml:id="br0">
      <inkml:brushProperty name="width" value="0.06" units="cm"/>
      <inkml:brushProperty name="height" value="0.06" units="cm"/>
      <inkml:brushProperty name="color" value="#E71224"/>
    </inkml:brush>
  </inkml:definitions>
  <inkml:trace contextRef="#ctx0" brushRef="#br0">22 56 7533,'-4'-2'989,"1"1"-719,1 0 0,0 0 90,0 0 269,-1 1 91,1 0-360,0 0-1,1 2 1,0-1-90,1 2 0,1 0 90,0 3-90,0 0 89,2 3 361,2 8-360,0-3 0,2 6-91,0-4 271,3 8-360,-1-5 180,6 13-180,-5-13-90,4 5-90,-4-9 90,1-2-90,-1-2 0,-1-1 0,1-1 0,-1-2 0,1-3 0,-1 0 0,3-3 0,-3-2 0,2-1 0,-4-2 0,2-5 0,-3 1 90,3-10-90,-7 5 0,2-6 0,-5 4 179,-2-9-89,-2-4 0,-1 0-90,-2 1 90,0 9-90,0 1 90,-2 0-90,0 2 90,-11-10 0,7 11 0,-9-8-90,13 15 0,-1 1 90,4 4-90,-2 3 0,2 1-90,0 2 0,4 1-540,0 8-89,3-2-91,0 6-179,3-3-1350,4 8 1080,0-5 90,4 5-91,-1-7 1260,9 4 0,-5-5 0,6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7.523"/>
    </inkml:context>
    <inkml:brush xml:id="br0">
      <inkml:brushProperty name="width" value="0.06" units="cm"/>
      <inkml:brushProperty name="height" value="0.06" units="cm"/>
      <inkml:brushProperty name="color" value="#E71224"/>
    </inkml:brush>
  </inkml:definitions>
  <inkml:trace contextRef="#ctx0" brushRef="#br0">112 10 7982,'-2'-4'2429,"0"1"-1979,-2 1 89,-1 1 1,0 1 180,-1 1 89,0 1 1,-1 1-91,-1 0-89,1 1-90,-1 1-180,1 1-181,0 0 1,1 2-90,0 1 0,-1 6-90,3-3 0,-2 12 0,5-10 0,1 12 0,2-11 0,2 4 0,-1-7 0,2-1 0,1 0 0,1-1 0,0-1 0,1-2 0,1 0 0,1-1 0,0-1 0,0-1-90,5-1 90,-4 0 0,6 0 90,-9-1-90,3 0 0,-5 0 0,1 1 90,-2 0 0,1 1-90,-3 0 180,0 3-180,-1-1 0,-1 2 90,-2-2-90,0 2 0,-1-1 0,-3 5 0,0-3 0,-2 4 0,0-5 0,-1 0 0,-2 0 0,0 0-90,-2-1 0,0 0-90,-1-1-180,0-2-89,0 0-271,0-2-179,2-1-91,0-1-179,2-1 89,2-1-89,1-1-810,1-7 990,3 2 179,2-6 810,3 1 0,0-1 0,2-1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7.690"/>
    </inkml:context>
    <inkml:brush xml:id="br0">
      <inkml:brushProperty name="width" value="0.06" units="cm"/>
      <inkml:brushProperty name="height" value="0.06" units="cm"/>
      <inkml:brushProperty name="color" value="#E71224"/>
    </inkml:brush>
  </inkml:definitions>
  <inkml:trace contextRef="#ctx0" brushRef="#br0">1 6 7263,'7'-3'2069,"0"0"-900,2 3-629,-3 1 89,3 3-89,-3 0 0,0 2-1,-1 1 541,3 7-630,-1-2-91,2 4 1,-4-3-90,0 1-180,0-1 90,-1 1-180,-1 0 0,1 1 0,-1-1-540,1 7 0,-1-6-269,0 4-91,-2-7-1348,-2 4 988,-1-5 1,-3 1-90,1-6 1349,-2-2 0,-1-2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7.825"/>
    </inkml:context>
    <inkml:brush xml:id="br0">
      <inkml:brushProperty name="width" value="0.06" units="cm"/>
      <inkml:brushProperty name="height" value="0.06" units="cm"/>
      <inkml:brushProperty name="color" value="#E71224"/>
    </inkml:brush>
  </inkml:definitions>
  <inkml:trace contextRef="#ctx0" brushRef="#br0">17 72 7173,'-4'-11'1709,"0"1"-1529,1 1-90,0 1 0,1 0-90,2-3 0,0 5-180,3-2-900,8 9-808,1 5 1888,2 2 0,-2 5 0,-3-2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7.985"/>
    </inkml:context>
    <inkml:brush xml:id="br0">
      <inkml:brushProperty name="width" value="0.06" units="cm"/>
      <inkml:brushProperty name="height" value="0.06" units="cm"/>
      <inkml:brushProperty name="color" value="#E71224"/>
    </inkml:brush>
  </inkml:definitions>
  <inkml:trace contextRef="#ctx0" brushRef="#br0">1 142 8792,'4'-1'2429,"1"-1"-2160,-2 1 1,2-1 0,0 0 0,2-1-90,0 0 0,2-1 0,2-2-90,1 1 0,1-2-90,2-1 0,0 0 0,1 0 0,1-2 0,1 1-90,-1-1-180,0 1-90,0-1-180,-1 2-179,-1 1-181,-1 1-269,-2 1-90,-2 1-271,-1 2 1530,-5 1 0,-1 0 0,-3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8.197"/>
    </inkml:context>
    <inkml:brush xml:id="br0">
      <inkml:brushProperty name="width" value="0.06" units="cm"/>
      <inkml:brushProperty name="height" value="0.06" units="cm"/>
      <inkml:brushProperty name="color" value="#E71224"/>
    </inkml:brush>
  </inkml:definitions>
  <inkml:trace contextRef="#ctx0" brushRef="#br0">20 0 9062,'-5'1'3058,"0"0"-2518,1 1-1,1 0 1,1 0 1079,3 9-1079,2-2 180,9 16-451,-2-7-89,4 8 0,4 7-180,-4-7-240,4 11 240,-4-9 90,5 13-3269,0 6 1,5 11 0,-3-8 1289,6 14 1630,-6-15 0,1 7 0,-8-22 1,-12-29-1,-1-2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8.359"/>
    </inkml:context>
    <inkml:brush xml:id="br0">
      <inkml:brushProperty name="width" value="0.06" units="cm"/>
      <inkml:brushProperty name="height" value="0.06" units="cm"/>
      <inkml:brushProperty name="color" value="#E71224"/>
    </inkml:brush>
  </inkml:definitions>
  <inkml:trace contextRef="#ctx0" brushRef="#br0">0 0 11041,'2'6'2248,"-1"0"-1708,1 1-90,-1 1 0,2 2-91,1 1 1,1 2 90,8 14-450,1-2-1169,12 19 449,-11-20-478,3 3 28,-10-15-1438,3 3 1079,-4-6 1529,2 5 0,-7-10 0,0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8.535"/>
    </inkml:context>
    <inkml:brush xml:id="br0">
      <inkml:brushProperty name="width" value="0.06" units="cm"/>
      <inkml:brushProperty name="height" value="0.06" units="cm"/>
      <inkml:brushProperty name="color" value="#E71224"/>
    </inkml:brush>
  </inkml:definitions>
  <inkml:trace contextRef="#ctx0" brushRef="#br0">46 40 7982,'-7'-9'3239,"1"2"-2700,0 0-89,0 2 0,1 2 89,0 0-89,1 0 0,1 2 0,1 0-91,1 0 91,0 2-270,2 0-180,0 1 0,2 1-8635,36 43 8635,-24-29 0,26 34 0,-33-41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8.829"/>
    </inkml:context>
    <inkml:brush xml:id="br0">
      <inkml:brushProperty name="width" value="0.06" units="cm"/>
      <inkml:brushProperty name="height" value="0.06" units="cm"/>
      <inkml:brushProperty name="color" value="#E71224"/>
    </inkml:brush>
  </inkml:definitions>
  <inkml:trace contextRef="#ctx0" brushRef="#br0">46 157 7263,'8'6'2249,"-1"-1"-1530,-1 2-89,0 0 89,1 1 91,-1 1-1,0 0 1,1 1 0,0 0-181,0 1-89,0 0-90,2-1-181,-2 0-89,1 0-90,-1-1 0,1-1-90,2 1 0,-1-4 90,5 4-90,-6-6 0,1 1 0,-3-3 0,1-2 0,-2-1 0,1-2 0,-3-1 0,-1-6 0,-1 1 90,-2-5 0,-9-13 0,3 9 0,-13-20-90,7 18 0,-6-5 0,4 7 0,0 1 0,-2 1 0,1 1 0,0 2 0,0 1 0,2 1-90,-4-2 90,6 6-360,-2-2-89,7 7-181,1 1-270,3 2 900,15 24 0,-5-13 0,13 19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9.136"/>
    </inkml:context>
    <inkml:brush xml:id="br0">
      <inkml:brushProperty name="width" value="0.06" units="cm"/>
      <inkml:brushProperty name="height" value="0.06" units="cm"/>
      <inkml:brushProperty name="color" value="#E71224"/>
    </inkml:brush>
  </inkml:definitions>
  <inkml:trace contextRef="#ctx0" brushRef="#br0">38 143 7263,'11'9'2069,"0"-1"-1440,-2 2 91,0 0 89,-1 1 91,-1 0-1,0 0 91,-1 1-181,0-1-89,-1 0-90,-2-2-271,0-1 1,0-2-90,-2 0-270,1-2 90,-1 0-90,0-3 0,-2-1 0,0 0 0,-1-1 0,-1-2 0,-5-4 0,0-2 0,-4-4 90,1 0-90,-5-10 0,4 3 0,-4-6 0,7 6-90,-1-6 90,3 6-90,-1-5 90,4 10 0,2-3 90,2 0-90,0 5 0,3 1 0,0 10 0,3 1 0,-1 2 90,4 3-90,-1 1 90,0 1-90,1 3 90,1 1-90,0 1 0,1 2 90,-1 0-90,1 2 0,-1 0 0,0 0-3508,10 21 0,2 2 1529,-7-12 643,6 11 0,-3-5 1336,-15-26 0,2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29.938"/>
    </inkml:context>
    <inkml:brush xml:id="br0">
      <inkml:brushProperty name="width" value="0.06" units="cm"/>
      <inkml:brushProperty name="height" value="0.06" units="cm"/>
      <inkml:brushProperty name="color" value="#E71224"/>
    </inkml:brush>
  </inkml:definitions>
  <inkml:trace contextRef="#ctx0" brushRef="#br0">359 658 6723,'0'6'3238,"0"-1"-2878,-1-5 0,0 0 0,0 0-1,0 0 91,-2 0 0,0 0 539,-2-2-449,-1-1 0,-2 0-1,0-2 1,-1 0-90,-1-1-90,-2-2 0,-1-1-91,-2-2-89,-1-2 0,-1 0-90,-2-2 0,-1-2 0,-1-1-90,0-2 90,-8-13 0,8 8-90,-4-10 0,10 11 90,-3-10-569,6 8 479,-1-8 0,6 12 32,2-9-32,3 8 0,0-6 0,5 9 0,1 1 0,1 1 0,8-8 0,-1 8 0,6-5 0,-1 8 0,12-3 0,-6 5 0,9-2 90,-8 7-90,10 2 0,-7 2 0,7 3 0,-11 2 566,-1 3-566,-2 3 61,5 7-61,-6-2 0,2 8 0,-9-4 0,2 12 0,-5-6 0,0 9 0,-5-8 0,-3 1 0,-1 0 0,-5 9 90,0-7-90,-3 5 0,-4-5 0,2-7 0,-5 2 0,5-10 0,1-1 0,-2 0 0,3-5-90,1 1 90,3-4 0,2-2 0,2 0 0,0-2-90,3-2 90,1-2 0,2-1 0,3-1 0,2-1 0,2-1-3277,-30 41 0,-23 29 0,10-12 925,18-17 2120,-20 18 1,-8 11 0,22-26 0,28-35-1,0 1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0:31.286"/>
    </inkml:context>
    <inkml:brush xml:id="br0">
      <inkml:brushProperty name="width" value="0.06" units="cm"/>
      <inkml:brushProperty name="height" value="0.06" units="cm"/>
      <inkml:brushProperty name="color" value="#E71224"/>
    </inkml:brush>
  </inkml:definitions>
  <inkml:trace contextRef="#ctx0" brushRef="#br0">16 60 7803,'-5'4'3508,"0"1"-3059,3-4 1,0 0 0,2 0-180,-1 0 1529,0-1-1530,3-1 1,0 1 0,2-1 0,-2 0 0,2 0 0,0 0-90,-1 1-1,2-1-89,-1 0-90,1 1 90,0-1-90,1-1 0,-1 1 90,2-1-90,0 0 0,5-1 0,-3 1 0,8-3 0,-6 2 0,8-2 0,-6 1 0,3 0 90,-3 0-90,6 0-90,1-1 90,0 0 0,4 0 0,-10 3 0,3-2 0,-5 3 90,-1 0-90,0 0 0,-1 1 0,1 1 0,-1 0 0,0-1-90,4 2 90,-4 0-90,2 0 90,-5 0 0,4 1 90,-4-2-90,3 2 0,-4-2 0,-1 1 0,0 0 90,4 3-90,-3-2 90,2 3-90,-3-1 0,-2-1 0,0 1 0,1 2 180,0 27-180,-2-18 0,-3 22 0,-3-27 0,-2 2 0,0-3 0,0 1 0,-2-1 90,-1 1-90,0 0 0,-2-1 90,0 0 0,-1 0-90,-2 0 90,0 0-90,-8 3 0,5-4 0,-5 3 0,6-4 0,0-1 0,0 0 0,-6 3 0,5-3 0,-5 3 0,8-5 0,-6 4 90,4-3-90,-4 2 0,7-3 0,-4 2 0,5-3 0,-3 1 0,7-2 0,-4 0 0,4 0 0,-2-1 0,5 0 90,-2-1-180,2 0 90,-1 0 0,3-1-90,0 0 90,0 0 0,-1 0 0,2 0 0,0 0 0,1 0 0,0 0 0,0 0-1079,0 0 359,1 2-180,1-1-179,0 0-180,1-1-1,-1 0-179,1 1-270,0-1-90,1 1 1799,1 0 0,1 1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3.784"/>
    </inkml:context>
    <inkml:brush xml:id="br0">
      <inkml:brushProperty name="width" value="0.06" units="cm"/>
      <inkml:brushProperty name="height" value="0.06" units="cm"/>
      <inkml:brushProperty name="color" value="#E71224"/>
    </inkml:brush>
  </inkml:definitions>
  <inkml:trace contextRef="#ctx0" brushRef="#br0">394 75 8072,'-1'-1'900,"-1"-1"-720,1 1 0,-1 0-90,1 0 90,-1 0-91,0 0 91,0-1 0,0 1 270,-4-3-450,2 2 90,-5-2 0,4 2-90,-2 0 90,2 0 0,0 1-90,-1-1 0,0 1 0,-1-1 0,1 0 90,-2 0-90,1 0 90,-1 1-90,1-1 180,-5 1-90,3 0-1,-2 0 1,3 0 0,-3 1 0,2 0 0,-2 0 0,4 1 180,-3 0-90,2 1-90,-1-1 0,2 1 0,-2 1-90,2-1 0,-2 2 0,3-2 90,-2 3-90,2-1 0,-3 0 90,4 0-90,0-1 0,-3 2 0,3 0 90,-2 0-90,2 0 0,0 0 90,1 0-90,-1 0 90,0 3-90,0-1 0,0 1 90,1-2-90,-1 3 0,2-2 89,-2 5-89,3-6 0,0 3 0,1-3 0,1 2 0,0-2 0,1 3 0,0-4 0,2 4 0,-1-3 0,2 2 0,-1-3 0,0 0 0,1 0-89,3 2 89,-1-2 0,1 2 0,-1-3 0,1 0 0,-1 0 0,4 2 0,-2-2 0,3 1 0,-4-1 0,4 2 0,-2-2 0,3 1 0,-4-2 0,1 0 0,0 0 0,9 1 0,-6-1 0,7 0 0,-9-1 0,1-2 0,0 1 0,0 0 0,0-1 0,0 0 0,-1 0 0,1 0 0,0-1 0,0 0 0,-1 0 0,1-1 0,4-2 0,-3 1 0,3-1 0,-6 1 89,1-1-89,-1 0 90,3-2-90,-3 2 0,2-3 0,-4 3 0,1-3 0,-1 1 0,0-1 90,-2 2-90,0-3 0,-2 2 0,2-2 0,-3 2 0,0-2 0,-1 2 0,0-2 0,-2 3 0,0-3 0,-1 2 0,-1-3-90,0 3 90,-1-1 0,0 1 0,-3-4 0,1 2 0,-3-3-90,1 4 90,-3-5 0,1 4 0,-3-4 0,3 5 0,0-1 0,-1 1 0,1 0 0,-1 0 0,-1 0 0,1 1 0,-1 0 90,0 0-90,-6-1 90,4 2-90,-5-1 0,6 3 90,0 0-90,0 0 90,-4 0 0,3 1 0,-2 0-90,6 1 180,-5 2-180,5-1 90,-4 1 0,5 0 0,-3 2-90,4-1 90,-4 1-90,5 0 90,-3 1-90,2 0 90,-1 1 0,3-1 0,1 0-90,0 0 90,-2 3 0,2-1-90,-1 1 0,2-1 0,-1 3 0,1-2 0,-1 2 0,2-2 0,0-1 0,0 1-90,0 2 90,1-2 0,-1 2 0,1-3 0,1 0-90,0-1-90,0 3 0,0-2-180,1 2-90,0-3-629,1 1 449,1-1 1,0 1-91,1-2-719,2 2 719,0-3-899,5 3 1619,-2-3 0,3 0 0,-2-1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4.643"/>
    </inkml:context>
    <inkml:brush xml:id="br0">
      <inkml:brushProperty name="width" value="0.06" units="cm"/>
      <inkml:brushProperty name="height" value="0.06" units="cm"/>
      <inkml:brushProperty name="color" value="#E71224"/>
    </inkml:brush>
  </inkml:definitions>
  <inkml:trace contextRef="#ctx0" brushRef="#br0">329 99 6633,'-5'-3'720,"-1"1"-540,-1-1 0,0 0-1,-2 0 1,1 0 0,-2 0 0,-1 0 270,-5-2 0,-2 0-270,-1 0 359,-3 1-269,9 2 0,-4-1-90,6 3 90,1 0-180,-1 0 179,-3 2-179,3 0 0,-3 0 90,5 1-90,-1 0 0,2 0 90,-4 4-180,3-1 90,-2 3-90,5-2 90,-2 5-90,3-2 0,-1 5 0,3-4 0,2 2 0,0 0 0,1 8 0,0-5 0,2 5 0,1-6 0,2 6 0,0-5 0,2 4 90,-1-7-90,1-1 90,0 0-90,2 0 0,-1-2 0,1 1 0,1-2 0,0 0-30,29-18 0,20-12 0,-11 2 30,-9 5-296,10-4 1,9-5 0,-26 5 295,-33 7 0,-1 0 0,-5-12 90,1 8-90,-4-10 0,-2 6 0,2 5 0,-4-5 90,3 7-90,-1 0 90,-1 0 886,0 1-796,-6-3-180,4 4 90,-4-2 0,-4 1-90,8 4 0,-9-4 0,14 7 0,-2 0 0,6 2-180,-1-1 0,3 2-180,0-1 0,2 2-1529,1 0 1170,3 1-1,1 0-1169,6 4 1889,-2-2 0,4 2 0,-2-1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6.862"/>
    </inkml:context>
    <inkml:brush xml:id="br0">
      <inkml:brushProperty name="width" value="0.06" units="cm"/>
      <inkml:brushProperty name="height" value="0.06" units="cm"/>
      <inkml:brushProperty name="color" value="#E71224"/>
    </inkml:brush>
  </inkml:definitions>
  <inkml:trace contextRef="#ctx0" brushRef="#br0">338 2 7353,'-5'-1'1169,"-1"1"-989,0 0-90,0-1 90,0 1 90,-1 0 269,-3 1 361,-5 0-630,2 1 179,-7 0-179,10 0 180,-8 2-180,7-1 0,-4 0 0,5 0 89,0-1-179,0 1 90,-1-1-90,1 1 90,-5 2-180,4-1 0,-4 2 90,5-1 179,-4 5-89,4-3-90,-3 4 0,5-3 0,-3 5-180,4-2 90,-4 8-90,6-7 0,-1 4 0,4-5 0,2 0 0,0 0 0,4 4 0,0-3 0,4 3 0,0-5 0,0 1 0,3-1 0,6 4-90,-2-4 90,6 3-90,-5-6 90,0 0 0,2 0 0,0-2 0,1 0 0,0 0 0,2-1-90,-1-1 90,2 0 0,-1-1 0,1-1-90,-1-1 90,-1 0-90,0-1 0,-1-1-90,7-1 90,-7-1-89,4 0 179,-8 0-90,4-4 90,-5 3 0,3-3 90,-7 1-180,1-3 90,-3 2 0,2-5 0,-6 5 0,0-3 0,-3 4 0,-1-1 0,-1 1 90,0 0-90,-1-1 89,-4-3-89,1 2 0,-2-2 90,0 2 0,-1 0 90,-4-3-90,2 2 0,-3-2 90,-2-1-180,3 4 0,-10-7 0,9 7 0,-4-3 0,5 5 0,0 1 0,1 1 0,0 0 0,1 2-90,-3-1-90,3 1 0,0 1-179,3 1-901,0 0 451,2 0-91,0 1 1,3 0-91,0 0 1,1 0-1080,1 0 2069,2 0 0,0 1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7.425"/>
    </inkml:context>
    <inkml:brush xml:id="br0">
      <inkml:brushProperty name="width" value="0.06" units="cm"/>
      <inkml:brushProperty name="height" value="0.06" units="cm"/>
      <inkml:brushProperty name="color" value="#E71224"/>
    </inkml:brush>
  </inkml:definitions>
  <inkml:trace contextRef="#ctx0" brushRef="#br0">391 9 7982,'-3'-2'1620,"0"0"-1351,-1 1 91,1 0-90,-1-1 180,1 2 89,-1-1 721,-1 1 809,-3 1-1440,2 1-89,-2 0 0,3 0-91,1 0-89,-1 1-90,0 0-180,0 1 0,0 0-90,-3 3 0,2-1 0,-1 2 90,1-1-90,0 0 0,1 0 0,-4 5 0,1-3 0,-5 8 0,5-7 0,-6 9 0,5-7 0,-3 4 0,3-6 90,1 1-90,-1 0 0,-4 4 90,3-3-90,-2 2 90,3-5 0,-2 1 0,3-2-1,-2 0-89,4-4 180,-2 1-90,2-2 0,-2 0 90,4-2-90,-1-1 0,1 1 0,-2-2-90,2 0 90,-1-1-90,2 0 0,-2-3-90,2 1 180,-1-1-90,2 0 0,-1 1 0,0-1 0,0-2 0,0 1-90,-1-2 90,2 3-180,0-2 90,0 2 0,-1-1 0,2 3-90,0-1 0,1 1-539,0-1 89,0 2-89,0-1-181,1 1-1169,2 1 990,-1 1 90,1-1-1,1 2-899,1 1 810,0 0-270,2 2 1349,-2-1 0,0 1 0,1-1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7.636"/>
    </inkml:context>
    <inkml:brush xml:id="br0">
      <inkml:brushProperty name="width" value="0.06" units="cm"/>
      <inkml:brushProperty name="height" value="0.06" units="cm"/>
      <inkml:brushProperty name="color" value="#E71224"/>
    </inkml:brush>
  </inkml:definitions>
  <inkml:trace contextRef="#ctx0" brushRef="#br0">0 51 7892,'11'-4'5937,"-3"1"-5937,3-1 0,-3 0-90,0 0 0,1 0-539,2-1 179,-3 1-180,2 0 1,-4 1-181,-1 0 0,-1 1 1,0 0-91,0 1-89,-1-1 989,-1 1 0,0 1 0,-1-1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8.368"/>
    </inkml:context>
    <inkml:brush xml:id="br0">
      <inkml:brushProperty name="width" value="0.06" units="cm"/>
      <inkml:brushProperty name="height" value="0.06" units="cm"/>
      <inkml:brushProperty name="color" value="#E71224"/>
    </inkml:brush>
  </inkml:definitions>
  <inkml:trace contextRef="#ctx0" brushRef="#br0">10 15 6723,'-1'-3'990,"0"0"-631,0 1-89,-1 0 90,1 1 0,0-1 269,0 1 91,1 1 0,-1 0-451,0 1 1,1 0-90,0 2 90,1 1-90,0 1 0,0 1 0,1 2 90,1 7-180,0-3 0,2 10-1,-2-9-89,1 4 0,-1-6 0,-1 1 0,1-2 0,0 0 0,0 0 0,1 2 0,-1-4 0,2 4 0,-2-6-89,1 0 89,-2-3-90,1-1 0,-1-1-180,2-1 180,-1-1 0,1-1 0,-2-2-180,2-4 180,-2 2-90,1-4 90,-2 2 0,1-1 0,-1 1 90,-1 0-90,1 1-4227,43 22 3507,-31-17 810,33 16 0,-42-22 0,0-1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8.525"/>
    </inkml:context>
    <inkml:brush xml:id="br0">
      <inkml:brushProperty name="width" value="0.06" units="cm"/>
      <inkml:brushProperty name="height" value="0.06" units="cm"/>
      <inkml:brushProperty name="color" value="#E71224"/>
    </inkml:brush>
  </inkml:definitions>
  <inkml:trace contextRef="#ctx0" brushRef="#br0">1 1 6543,'0'4'1260,"1"0"-901,0 4-179,1-2 180,1 11-270,-2-9-90,2 6 90,-1-9-90,-1 0 0,2 1-90,-1-1 90,0 0-90,1-2-360,0 1 90,-1-1-89,0 0-91,0-2 540,-1 0 0,0-1 0,-1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8.684"/>
    </inkml:context>
    <inkml:brush xml:id="br0">
      <inkml:brushProperty name="width" value="0.06" units="cm"/>
      <inkml:brushProperty name="height" value="0.06" units="cm"/>
      <inkml:brushProperty name="color" value="#E71224"/>
    </inkml:brush>
  </inkml:definitions>
  <inkml:trace contextRef="#ctx0" brushRef="#br0">10 13 6903,'-2'-3'989,"0"0"-899,0 1-90,1 1 0,0-1 0,-1 1 0,2 1 0,3 2-179,0 0-361,5 4 540,-1 1 0,1-1 0,0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9.062"/>
    </inkml:context>
    <inkml:brush xml:id="br0">
      <inkml:brushProperty name="width" value="0.06" units="cm"/>
      <inkml:brushProperty name="height" value="0.06" units="cm"/>
      <inkml:brushProperty name="color" value="#E71224"/>
    </inkml:brush>
  </inkml:definitions>
  <inkml:trace contextRef="#ctx0" brushRef="#br0">44 0 7892,'-6'4'1530,"0"1"-1261,0-1 1,0 2 0,1 0 90,-1 3-90,1 3-90,2 0-180,2-2 90,4-3-90,0-5 90,3 1-90,-1-1 0,1-1 0,-2-1-90,3-2 90,-1 1 0,1-2 0,-3 0 90,1 1-90,0-1 0,1 0 0,-2 1 0,2 0 0,-3 2 90,1 1-1,-1 0 91,1 2 0,-2 0 270,2 4-180,-2-2 0,0 3 0,0-2-91,-1 0 91,1 1 0,-1 4-180,0-3 0,0 3-90,-1-3 90,0-1-90,-1 0 0,1 1 0,-1-1 0,0 0 0,-1 0 0,1-2 0,-1 1-90,0-2 90,0 0-180,0-1-180,-1 0-89,0-1-91,0-1-989,-4-2 809,2 0 1,-1-3-1,1 0-629,-1-4 629,2 1-151,-1-3 871,2 2 0,0 1 0,0-1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9.423"/>
    </inkml:context>
    <inkml:brush xml:id="br0">
      <inkml:brushProperty name="width" value="0.06" units="cm"/>
      <inkml:brushProperty name="height" value="0.06" units="cm"/>
      <inkml:brushProperty name="color" value="#E71224"/>
    </inkml:brush>
  </inkml:definitions>
  <inkml:trace contextRef="#ctx0" brushRef="#br0">0 0 7533,'1'3'1169,"0"0"-809,0 1 0,0 2-1,0 1 721,2 12-810,-1-7-1,1 9 271,1 1-360,-1-4-180,0 3 90,2-4-90,-2-9 0,2 2 0,-2-5-90,1 1 90,0-3 0,0 1-90,-1-2 90,0-2 0,-1 0-90,1-2 0,1-4 90,-1 1 0,0-4 0,-1 4 0,-1 0 0,1 1 0,-1 0 0,0 0 0,0 2 0,0 0 0,1 1 0,-1 2 0,1 0 90,2 4-90,-1 0 0,2 4 0,-1-2 0,1 2 0,-2-3 0,0 1 0,1-1 0,-1 0 0,0-1 0,0 1 0,0-2 0,1 1 0,-1-1-90,0-1-449,1-1 179,-1 0-180,1-1-180,-2-2 1,0 0-181,-1-2-1258,1-3 2158,-2 0 0,0-2 0,-1 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9.648"/>
    </inkml:context>
    <inkml:brush xml:id="br0">
      <inkml:brushProperty name="width" value="0.06" units="cm"/>
      <inkml:brushProperty name="height" value="0.06" units="cm"/>
      <inkml:brushProperty name="color" value="#E71224"/>
    </inkml:brush>
  </inkml:definitions>
  <inkml:trace contextRef="#ctx0" brushRef="#br0">1 0 7263,'1'6'1619,"1"-1"-1349,0 3 539,3 8-629,-1-5 90,2 11-180,-2-11 0,0 5-90,0-6 90,1 4-90,-2-3 0,2 2 0,-2-4-90,2 2 0,-2-3-90,1 1-180,-1-3-539,0 0 359,0-2-179,-1 1-91,0-2-89,-1-2 899,-1 0 0,1-2 0,-1 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9.809"/>
    </inkml:context>
    <inkml:brush xml:id="br0">
      <inkml:brushProperty name="width" value="0.06" units="cm"/>
      <inkml:brushProperty name="height" value="0.06" units="cm"/>
      <inkml:brushProperty name="color" value="#E71224"/>
    </inkml:brush>
  </inkml:definitions>
  <inkml:trace contextRef="#ctx0" brushRef="#br0">0 0 6993,'7'21'3508,"-2"-2"-3418,-3-13 0,0 0-90,0 1 0,0-1 0,1 3-90,-1-2 0,1 1-90,0-3-90,-1-1-90,0 0-269,0-1-1080,0-1 450,-1 0 1259,0-2 0,-1 0 0,0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8:59.947"/>
    </inkml:context>
    <inkml:brush xml:id="br0">
      <inkml:brushProperty name="width" value="0.06" units="cm"/>
      <inkml:brushProperty name="height" value="0.06" units="cm"/>
      <inkml:brushProperty name="color" value="#E71224"/>
    </inkml:brush>
  </inkml:definitions>
  <inkml:trace contextRef="#ctx0" brushRef="#br0">1 0 6004,'1'4'-90,"0"-1"-71,1 1 161,0 0 0,0 1 0,0-1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0.331"/>
    </inkml:context>
    <inkml:brush xml:id="br0">
      <inkml:brushProperty name="width" value="0.06" units="cm"/>
      <inkml:brushProperty name="height" value="0.06" units="cm"/>
      <inkml:brushProperty name="color" value="#E71224"/>
    </inkml:brush>
  </inkml:definitions>
  <inkml:trace contextRef="#ctx0" brushRef="#br0">25 1 7083,'-3'4'2069,"1"2"-1619,-2 0-1,1 1-89,0 1 899,-1 11-989,2-8-180,-2 7 90,5-9-180,2 4 0,0-4 0,2 0 0,-2-7-180,2 0 90,-1-2 0,1 0 90,-1-2-90,0 0 0,0-1 0,1-1 90,-1 0-90,-1 0 90,1 0 0,-1-1 0,-1 2 0,1-1 0,-1 1 0,0 1 90,0 0 0,0 2 0,-1 0 90,1 1 0,-1 2 180,1 0-90,0 1 0,-1 1 89,1 0-89,0 2 0,0 0-90,-1 0 0,0 1 0,1 0-90,-1 0 0,0 0 90,-1 4-180,1-2 0,-1 2 0,0-4 89,-1-1-89,1 1 0,-1-2 0,-1 1 0,1-2-89,0 0-1,-1-1-90,0-1-90,0-1-180,-1 0-90,0-2-179,-1 0-900,-2-4 809,1 1 1,-2-3 89,2-1-1079,-3-5 1799,1 2 0,-1-4 0,1 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0.896"/>
    </inkml:context>
    <inkml:brush xml:id="br0">
      <inkml:brushProperty name="width" value="0.06" units="cm"/>
      <inkml:brushProperty name="height" value="0.06" units="cm"/>
      <inkml:brushProperty name="color" value="#E71224"/>
    </inkml:brush>
  </inkml:definitions>
  <inkml:trace contextRef="#ctx0" brushRef="#br0">0 77 6723,'2'0'1080,"0"0"-631,-1 1 1,1 2-90,-1 1 90,1 1-91,0 2 1,0 0 0,0 3 0,1-1 0,-1 2-1,1 0-89,-1 0 0,1 1-90,0 0 0,0 0-90,0 0 0,0 0-90,0 0 90,0-1-90,0-1 0,0 0 0,0-1 0,1 2 0,-1-4-90,1 2 90,-1-5 0,0-1 0,1 0 0,-2-2 0,2-1 0,-1-1 0,0-3 0,-1 0-90,2-2 90,-2 1 0,-1-1 0,1 0 0,0 1 0,-1 0 0,1 0 0,-1 2 0,2 0 0,-2 2 0,2 1 0,-1 2 90,2 3-90,-1-1 0,1 2 90,0-1-90,-1 1 0,0-1 0,0 0 0,0 0 0,0 0 0,0-1 0,0-1 0,1 0 0,-1-1 90,1-1-90,-1-1 0,1 0 0,-2-3 90,2-3-90,-1 1 0,0-5 0,-1 2 0,0-6 0,-1 2 0,-1-5-90,0 4-90,-1-8 0,0 4 0,-1-7 0,0 6-180,1-10 270,0 6 0,0-6 0,1 11 90,-1 2 0,1 3 0,0 1 0,0 4 90,0 2 0,1 6-90,1 2 90,0 3 90,2 8-180,-1-2 90,1 6-90,-1-5 0,2 8 0,-2-5 0,2 6 0,-2-8 0,0 1 0,0-1 0,1 5-180,0-5 0,0 4-90,-2-8-89,0 0-91,0-1-629,0 3 539,-1-5 0,1 3 90,-2-6-89,0 0-91,0-1 630,-2-1 0,0-2 0,-1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1.063"/>
    </inkml:context>
    <inkml:brush xml:id="br0">
      <inkml:brushProperty name="width" value="0.06" units="cm"/>
      <inkml:brushProperty name="height" value="0.06" units="cm"/>
      <inkml:brushProperty name="color" value="#E71224"/>
    </inkml:brush>
  </inkml:definitions>
  <inkml:trace contextRef="#ctx0" brushRef="#br0">1 0 7443,'65'4'180,"-12"-1"-1799,-46-4 1619,0 0 0,-1 0 0,0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1.798"/>
    </inkml:context>
    <inkml:brush xml:id="br0">
      <inkml:brushProperty name="width" value="0.06" units="cm"/>
      <inkml:brushProperty name="height" value="0.06" units="cm"/>
      <inkml:brushProperty name="color" value="#E71224"/>
    </inkml:brush>
  </inkml:definitions>
  <inkml:trace contextRef="#ctx0" brushRef="#br0">1 62 7443,'1'3'1709,"0"1"-1439,0 2-1,1 1 91,0 2 360,3 12-270,0-1-360,1 5-1,-1-5 1,-2-7 0,0 1 0,1 5 0,-1-5-90,1 4 0,-1-7 0,-1-1 0,1-1 0,-1-1 0,0-1 0,1 1 0,-1-3 0,-1-1 90,0-2 0,0-5-90,-1-1 0,0-4 90,-1-1-90,-1-1-90,0-3 90,0-1 0,-1-2 0,-4-18 0,3 10 0,-4-13 0,3 16 0,1 0 0,1 1 0,0 2 0,1 1 0,2-3 0,0 6 0,1-1-1169,16 79 539,-13-51-89,10 55-1,-17-71-90,1 0 810,1-6 0,1 4 0,1-4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2.194"/>
    </inkml:context>
    <inkml:brush xml:id="br0">
      <inkml:brushProperty name="width" value="0.06" units="cm"/>
      <inkml:brushProperty name="height" value="0.06" units="cm"/>
      <inkml:brushProperty name="color" value="#E71224"/>
    </inkml:brush>
  </inkml:definitions>
  <inkml:trace contextRef="#ctx0" brushRef="#br0">52 3 7803,'-5'-2'4137,"0"1"-2788,-1 7-629,1-1 0,-1 3-91,1-1-179,1 1 0,0 1-90,0 1-181,1 0-89,1-1 0,0 1 0,1-1 0,1-1-90,1 3 0,0-3-90,2 0 90,-1-3 0,3 1 0,-1-2 0,2 0 90,-1-3-90,1 0 90,-1-2-90,3-2 0,-2-1 90,2-2-90,-4 1 0,2-4 0,-2 1 0,0-2 0,-2 2 0,0-4 0,-1 3 0,-1-3 0,0 4 0,-1-1 0,0 3 0,0-1 0,1 3 0,-1 1 0,0 1 0,0 0 0,0 2 0,2 3 0,0 0 0,1 4 0,0 0 0,0-1 0,1 2 0,0 0 0,0-1 0,1 1 0,0 0 0,4 2 0,-3-2 0,3 1-90,-2-4 0,2 1-90,-2-2-179,2 0-91,-3-2-899,2-1 539,-2-1-89,0 0-1,-2-2-899,1-1 990,-2-1 89,1-1-90,-2 0 91,-1 0-1,0-1 720,-1-2 0,1 2 0,-2-1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2.919"/>
    </inkml:context>
    <inkml:brush xml:id="br0">
      <inkml:brushProperty name="width" value="0.06" units="cm"/>
      <inkml:brushProperty name="height" value="0.06" units="cm"/>
      <inkml:brushProperty name="color" value="#E71224"/>
    </inkml:brush>
  </inkml:definitions>
  <inkml:trace contextRef="#ctx0" brushRef="#br0">22 101 6993,'1'3'1349,"0"1"-989,-1 0 0,1 0 0,-1 1-1,1 0 91,-1 0-90,0 0 90,-1 0-1,0 0 1,0 0 90,0 0-90,0-1 89,0 0 1,-1 0-90,1-1 89,0 0 451,-1-1-630,1 0-1,-1-1-89,1 0-90,1-1 0,-1-1-90,0-1-90,0 0 0,-1-3 0,1 0 0,0-4 0,0 1 0,0-5 0,1 3-90,-1-6 90,1 4-90,1-5 90,-1 6-90,3-4 90,-1 5 0,1-2 0,0 5-90,3-1 0,-2 3 0,3-1 0,-2 4 0,1 0-89,0 0-181,4 3 90,-3 0-90,3 2 90,-4 1 0,1-1 1,-1 1-181,2 2 270,-2-1 90,2 1 0,-3-2 90,-1 0-90,0-1 90,0 0 0,-1 0 0,0-1 0,-1 0 0,0-1 0,-1 0 0,0 0 0,-1 0 90,0 0 0,-1-1-90,-1 0 90,0 0 90,-1 0 0,1 0 269,-2 0-179,1 1 0,-2 0-180,2 0 180,-2 2-180,2 0 0,-2 2 0,2-1 90,-1 3-180,1-1 0,0 1 0,2-2 0,0 2 0,1-3 0,0 2-90,1-3 90,1 0 0,0-1 0,1 0 0,-1 0 0,2-1 0,-1-1 0,2-2 0,-1-1 0,1-1 0,-1 0-90,-1-1 90,0 0-90,2-4 90,-2 2 0,0-2-90,0 4 90,-1-2 0,0 2 0,0-1 0,-2 3 0,1 1 0,0 0 0,-1 2 0,1 1 0,-1 1 90,1 1-90,0 1 0,0 1 0,1 1 0,-1 1 0,1 2 0,0-1 0,1 2 0,-1-3 0,1-1 0,-1 1 0,1-1 0,0 0-90,1-1 90,-1 0 0,0-1-90,0 0-180,0-1 270,8-4 0,-7 0 0,6-3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3.657"/>
    </inkml:context>
    <inkml:brush xml:id="br0">
      <inkml:brushProperty name="width" value="0.06" units="cm"/>
      <inkml:brushProperty name="height" value="0.06" units="cm"/>
      <inkml:brushProperty name="color" value="#E71224"/>
    </inkml:brush>
  </inkml:definitions>
  <inkml:trace contextRef="#ctx0" brushRef="#br0">18 0 8522,'-10'31'4228,"2"-5"-3868,8-19-91,1 1-89,-1 0 180,4 10-360,-2-8 0,4 8 0,-4-13 0,2 0-90,-2-3 90,1 0 0,-1-1-90,0-1 90,1-1-90,-1 0 90,0-1 0,0-1-90,0-1 90,0-2-90,-1 0 0,1-1-90,-1 0 91,0-2-91,1-3 180,-1 2-90,1-3 90,-1 5 0,0-1 0,0 3-90,1 0 90,-2 4 0,1 0 90,0 2-90,-1 2 90,1 1 0,0 4 0,0 0-1,0 3-89,0-3 90,0 1 0,0 0 0,1 3-90,-1-3 0,1 2 0,-1-4 0,1 0 0,0-2 0,0 1 0,-1-3-90,2-1 90,-1-2 0,1-1 0,0-1-90,1-4 0,-1 0 1,2-4-1,-1 3 0,0-1 90,0-1-90,0 1 90,1 1 0,0 0 0,0 1 0,0 1 0,-1 1-90,1 2 90,-1 1 0,1 1 0,-1 2 90,3 3-90,-1 1 90,3 5 0,-3-2 0,1 3-1,-2-3 181,2 4-180,-2-2 0,2 2 0,-2-4 90,-1-1-180,1 0 90,1 0-90,-2-2 0,0 1 0,-1-4 0,0 0 0,0-1 90,0-2-90,-1 0 90,1-3 0,-1 0 0,1-4-90,-1 1 0,-1-4 90,0 2-90,-1-4 0,0 3 0,-2-4 0,1 4 90,-1 1-90,0 0 270,-1-1-91,1 3 1,0 0 90,0 4 270,0 0-270,1 1-90,-1 1 0,1 2-1,-1 2-89,1 0 0,0 3-90,0 0 90,1 4-90,0-1 0,0 3 0,1-3 90,0 0-90,1 3 0,0-2 0,1 2 0,0-5 0,0 0 0,0 0 0,1-1-90,-1-1 90,1 0 0,-1-1 0,1 1 0,0-2-90,4 1 90,-3-1-90,2-1 90,20-33 0,-19 20 0,18-24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3.836"/>
    </inkml:context>
    <inkml:brush xml:id="br0">
      <inkml:brushProperty name="width" value="0.06" units="cm"/>
      <inkml:brushProperty name="height" value="0.06" units="cm"/>
      <inkml:brushProperty name="color" value="#E71224"/>
    </inkml:brush>
  </inkml:definitions>
  <inkml:trace contextRef="#ctx0" brushRef="#br0">12 70 7623,'-7'-1'8185,"2"0"-8185,9 0 90,1 0 90,15-4-180,-10 2 0,11-2 0,-14 3 0,0 0 0,0 0 0,0-1 0,0 0-270,0 0-90,-1 0-269,0 0-1170,1-1 719,-3 0-89,1 0 0,-3 1-1350,0-1 2519,-2 0 0,0-1 0,-1 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4.065"/>
    </inkml:context>
    <inkml:brush xml:id="br0">
      <inkml:brushProperty name="width" value="0.06" units="cm"/>
      <inkml:brushProperty name="height" value="0.06" units="cm"/>
      <inkml:brushProperty name="color" value="#E71224"/>
    </inkml:brush>
  </inkml:definitions>
  <inkml:trace contextRef="#ctx0" brushRef="#br0">13 0 6993,'-3'3'1709,"1"0"-1349,-1 0-90,1 2 89,1 1-89,0 1 0,0 2 90,1 0 0,1 2 719,3 23-989,-1-16 90,3 24-180,-1-17 0,-1-5-90,1 2 90,-2-11 0,0 0-90,-1-1 0,1-1-90,-1 0-90,0 0-179,1-2-1,-1 1-180,0-2 1,0-1-1,-1 0 630,6 0 0,-4-3 0,4 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6T00:49:05.011"/>
    </inkml:context>
    <inkml:brush xml:id="br0">
      <inkml:brushProperty name="width" value="0.06" units="cm"/>
      <inkml:brushProperty name="height" value="0.06" units="cm"/>
      <inkml:brushProperty name="color" value="#E71224"/>
    </inkml:brush>
  </inkml:definitions>
  <inkml:trace contextRef="#ctx0" brushRef="#br0">1 82 8612,'1'0'360,"1"0"-180,-2 0 90,1 0-90,0 0-1,0 0 1,1-1 0,0 1-180,1-1 90,0 0-90,-1-1 90,3 0 0,-2 0 0,1 0 0,-2 0 90,2-1-90,-1 0 0,1 0 90,-1 0 0,1-2-91,-1 1 1,1-1 0,-2 1-90,0 1 0,0-1 180,0 0-90,-1 0 180,0 0-90,-1 1 630,0 0 539,-2-1-989,1 0-1,-2 1-89,1 2-90,0 0 0,-1 0 0,0 1 90,0 0-90,-1 1 0,1 0-91,0 1 1,0 0 0,-1 1 0,1 0-90,0 2 0,-1 0 0,1 0 90,-1 24 0,2-16-90,0 17 0,4-22 0,0 0 0,0 0 0,0-1 0,3 3 0,-2-2 0,5 3 0,-4-6 0,3 2 0,-2-3 0,2 0-90,-1-2 90,2 0 0,-3-1 0,1-1 0,1-1 0,2-2-90,-1 1 90,3-3 0,-4 1-90,4-3 90,-2 2 0,5-3 0,-6 4 0,2-2 0,-4 4 0,2-1 0,-3 2 0,2 0 0,-4 1-90,0 1 90,-1 0 0,0 1 0,-1-1 0,0 1 0,-1 1 90,0-1-90,-1 1 0,-1-1 0,1-1 0,-1 1 90,1-1-90,0-1 90,-1 0 0,0-1-90,1 0 90,-1-2-90,1 1 0,-1-1 0,1 0 90,-1-4-90,1 0 0,-1-6-90,0 4 90,1-4 0,0 4 0,1-5-90,0 4 90,0-2 0,1 4 0,0 2 0,0 0 0,-1 1 0,2 1 0,-1 0 0,1 1 0,1 1 270,19 2-270,-16 1 0,14 3 0,-22 1 0,0 0 0,4 11 0,2-4 0,3 10 0,-1-12 0,1 0 0,-1-4 0,2 3 0,-1-2 0,2 1 0,-3-2 0,-1-1 0,6 7 0,-6-7 0,3 5 0,-8-9 90,0 0-90,-1 0 0,-1 0 0,-1 0 90,0 0-90,-1-1 0,-1 0 90,-3-1-90,1 0 90,-2-1-90,1 0 90,-3-2-90,2 1 0,-6-4-90,7 3 90,-2-2 0,4 3 0,1 0 0,0 1-360,1-1 0,1 1-269,1 1-271,1 0-1439,0 0-539,0 0 1079,2 1-180,1-1 1979,0 0 0,0 0 0,0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context>
    <inkml:brush xml:id="br0">
      <inkml:brushProperty name="width" value="0.1" units="cm"/>
      <inkml:brushProperty name="height" value="0.1" units="cm"/>
    </inkml:brush>
  </inkml:definitions>
  <inkml:trace contextRef="#ctx0" brushRef="#br0">9334 4509 1798 0 0,'0'0'3470'0'0,"0"1"-900"0"0,0 0-643 0 0,-1 1-513 0 0,-1 0-515 0 0,0-1-513 0 0,-2 1-129 0 0,0 0-129 0 0,0 0 1 0 0,0 0-129 0 0,0 0 0 0 0,0 0 0 0 0,1 0 0 0 0,0-1 0 0 0,1 1 0 0 0,1 0 0 0 0,-1 0 0 0 0,2 0-129 0 0,-1 0 1 0 0,2 0-129 0 0,0 1-129 0 0,0 0-256 0 0,2 0-258 0 0,-1 1-128 0 0,2-1-257 0 0,0 0-385 0 0,1 0-258 0 0,0 0-385 0 0,0-1 2313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51CBD-85B8-A64D-B121-957CA43DF78F}" type="datetimeFigureOut">
              <a:rPr lang="en-US" smtClean="0"/>
              <a:t>6/10/2026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C1F220-1387-8F4F-A4F0-1375DEE47DF4}" type="slidenum">
              <a:rPr lang="en-US" smtClean="0"/>
              <a:t>‹#›</a:t>
            </a:fld>
            <a:endParaRPr lang="en-US"/>
          </a:p>
        </p:txBody>
      </p:sp>
    </p:spTree>
    <p:extLst>
      <p:ext uri="{BB962C8B-B14F-4D97-AF65-F5344CB8AC3E}">
        <p14:creationId xmlns:p14="http://schemas.microsoft.com/office/powerpoint/2010/main" val="1780514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a:p>
        </p:txBody>
      </p:sp>
      <p:sp>
        <p:nvSpPr>
          <p:cNvPr id="4" name="Slide Number Placeholder 3"/>
          <p:cNvSpPr>
            <a:spLocks noGrp="1"/>
          </p:cNvSpPr>
          <p:nvPr>
            <p:ph type="sldNum" sz="quarter" idx="5"/>
          </p:nvPr>
        </p:nvSpPr>
        <p:spPr/>
        <p:txBody>
          <a:bodyPr/>
          <a:lstStyle/>
          <a:p>
            <a:fld id="{7EC1F220-1387-8F4F-A4F0-1375DEE47DF4}" type="slidenum">
              <a:rPr lang="en-US" smtClean="0"/>
              <a:t>2</a:t>
            </a:fld>
            <a:endParaRPr lang="en-US"/>
          </a:p>
        </p:txBody>
      </p:sp>
    </p:spTree>
    <p:extLst>
      <p:ext uri="{BB962C8B-B14F-4D97-AF65-F5344CB8AC3E}">
        <p14:creationId xmlns:p14="http://schemas.microsoft.com/office/powerpoint/2010/main" val="6226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US"/>
              <a:t>Click to edit Master title style</a:t>
            </a:r>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p>
        </p:txBody>
      </p:sp>
      <p:sp>
        <p:nvSpPr>
          <p:cNvPr id="4" name="Date Placeholder 3"/>
          <p:cNvSpPr>
            <a:spLocks noGrp="1"/>
          </p:cNvSpPr>
          <p:nvPr>
            <p:ph type="dt" sz="half" idx="10"/>
          </p:nvPr>
        </p:nvSpPr>
        <p:spPr/>
        <p:txBody>
          <a:bodyPr/>
          <a:lstStyle/>
          <a:p>
            <a:fld id="{DF8A6C17-5AC1-427B-9ACE-071E1E0078ED}"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432478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04156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US"/>
              <a:t>Click to edit Master title style</a:t>
            </a:r>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8A6C17-5AC1-427B-9ACE-071E1E0078ED}"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20573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8A6C17-5AC1-427B-9ACE-071E1E0078ED}"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53690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US"/>
              <a:t>Click to edit Master title style</a:t>
            </a:r>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8A6C17-5AC1-427B-9ACE-071E1E0078ED}" type="datetimeFigureOut">
              <a:rPr lang="en-GB" smtClean="0"/>
              <a:t>10/06/2026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407140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8A6C17-5AC1-427B-9ACE-071E1E0078ED}" type="datetimeFigureOut">
              <a:rPr lang="en-GB" smtClean="0"/>
              <a:t>10/06/2026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06373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8A6C17-5AC1-427B-9ACE-071E1E0078ED}" type="datetimeFigureOut">
              <a:rPr lang="en-GB" smtClean="0"/>
              <a:t>10/06/2026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803253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DF8A6C17-5AC1-427B-9ACE-071E1E0078ED}"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193396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DF8A6C17-5AC1-427B-9ACE-071E1E0078ED}"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865818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96664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186565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DF8A6C17-5AC1-427B-9ACE-071E1E0078ED}" type="datetimeFigureOut">
              <a:rPr lang="en-GB" smtClean="0"/>
              <a:t>10/06/2026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117A2FED-41EC-42AE-8036-587FF5A3E629}" type="slidenum">
              <a:rPr lang="en-GB" smtClean="0"/>
              <a:t>‹#›</a:t>
            </a:fld>
            <a:endParaRPr lang="en-GB"/>
          </a:p>
        </p:txBody>
      </p:sp>
    </p:spTree>
    <p:extLst>
      <p:ext uri="{BB962C8B-B14F-4D97-AF65-F5344CB8AC3E}">
        <p14:creationId xmlns:p14="http://schemas.microsoft.com/office/powerpoint/2010/main" val="36065841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6" Type="http://schemas.openxmlformats.org/officeDocument/2006/relationships/image" Target="../media/image26.png"/><Relationship Id="rId21" Type="http://schemas.openxmlformats.org/officeDocument/2006/relationships/customXml" Target="../ink/ink2.xml"/><Relationship Id="rId42" Type="http://schemas.openxmlformats.org/officeDocument/2006/relationships/image" Target="../media/image34.png"/><Relationship Id="rId47" Type="http://schemas.openxmlformats.org/officeDocument/2006/relationships/customXml" Target="../ink/ink15.xml"/><Relationship Id="rId63" Type="http://schemas.openxmlformats.org/officeDocument/2006/relationships/customXml" Target="../ink/ink22.xml"/><Relationship Id="rId68" Type="http://schemas.openxmlformats.org/officeDocument/2006/relationships/image" Target="../media/image48.png"/><Relationship Id="rId84" Type="http://schemas.openxmlformats.org/officeDocument/2006/relationships/image" Target="../media/image56.png"/><Relationship Id="rId89" Type="http://schemas.openxmlformats.org/officeDocument/2006/relationships/customXml" Target="../ink/ink35.xml"/><Relationship Id="rId16" Type="http://schemas.openxmlformats.org/officeDocument/2006/relationships/image" Target="../media/image20.png"/><Relationship Id="rId107" Type="http://schemas.openxmlformats.org/officeDocument/2006/relationships/image" Target="../media/image71.png"/><Relationship Id="rId11" Type="http://schemas.openxmlformats.org/officeDocument/2006/relationships/image" Target="../media/image15.png"/><Relationship Id="rId32" Type="http://schemas.openxmlformats.org/officeDocument/2006/relationships/image" Target="../media/image29.png"/><Relationship Id="rId37" Type="http://schemas.openxmlformats.org/officeDocument/2006/relationships/customXml" Target="../ink/ink10.xml"/><Relationship Id="rId53" Type="http://schemas.openxmlformats.org/officeDocument/2006/relationships/image" Target="../media/image40.png"/><Relationship Id="rId58" Type="http://schemas.openxmlformats.org/officeDocument/2006/relationships/image" Target="../media/image43.png"/><Relationship Id="rId74" Type="http://schemas.openxmlformats.org/officeDocument/2006/relationships/image" Target="../media/image51.png"/><Relationship Id="rId79" Type="http://schemas.openxmlformats.org/officeDocument/2006/relationships/customXml" Target="../ink/ink30.xml"/><Relationship Id="rId102" Type="http://schemas.openxmlformats.org/officeDocument/2006/relationships/image" Target="../media/image66.png"/><Relationship Id="rId5" Type="http://schemas.openxmlformats.org/officeDocument/2006/relationships/image" Target="../media/image2.png"/><Relationship Id="rId90" Type="http://schemas.openxmlformats.org/officeDocument/2006/relationships/image" Target="../media/image59.png"/><Relationship Id="rId95" Type="http://schemas.openxmlformats.org/officeDocument/2006/relationships/customXml" Target="../ink/ink38.xml"/><Relationship Id="rId22" Type="http://schemas.openxmlformats.org/officeDocument/2006/relationships/image" Target="../media/image24.png"/><Relationship Id="rId27" Type="http://schemas.openxmlformats.org/officeDocument/2006/relationships/customXml" Target="../ink/ink5.xml"/><Relationship Id="rId43" Type="http://schemas.openxmlformats.org/officeDocument/2006/relationships/customXml" Target="../ink/ink13.xml"/><Relationship Id="rId48" Type="http://schemas.openxmlformats.org/officeDocument/2006/relationships/image" Target="../media/image37.png"/><Relationship Id="rId64" Type="http://schemas.openxmlformats.org/officeDocument/2006/relationships/image" Target="../media/image46.png"/><Relationship Id="rId69" Type="http://schemas.openxmlformats.org/officeDocument/2006/relationships/customXml" Target="../ink/ink25.xml"/><Relationship Id="rId80" Type="http://schemas.openxmlformats.org/officeDocument/2006/relationships/image" Target="../media/image54.png"/><Relationship Id="rId85" Type="http://schemas.openxmlformats.org/officeDocument/2006/relationships/customXml" Target="../ink/ink33.xml"/><Relationship Id="rId12" Type="http://schemas.openxmlformats.org/officeDocument/2006/relationships/image" Target="../media/image16.png"/><Relationship Id="rId17" Type="http://schemas.openxmlformats.org/officeDocument/2006/relationships/image" Target="../media/image21.png"/><Relationship Id="rId33" Type="http://schemas.openxmlformats.org/officeDocument/2006/relationships/customXml" Target="../ink/ink8.xml"/><Relationship Id="rId38" Type="http://schemas.openxmlformats.org/officeDocument/2006/relationships/image" Target="../media/image32.png"/><Relationship Id="rId59" Type="http://schemas.openxmlformats.org/officeDocument/2006/relationships/customXml" Target="../ink/ink20.xml"/><Relationship Id="rId103" Type="http://schemas.openxmlformats.org/officeDocument/2006/relationships/image" Target="../media/image67.png"/><Relationship Id="rId108" Type="http://schemas.openxmlformats.org/officeDocument/2006/relationships/customXml" Target="../ink/ink41.xml"/><Relationship Id="rId54" Type="http://schemas.openxmlformats.org/officeDocument/2006/relationships/image" Target="../media/image41.png"/><Relationship Id="rId70" Type="http://schemas.openxmlformats.org/officeDocument/2006/relationships/image" Target="../media/image49.png"/><Relationship Id="rId75" Type="http://schemas.openxmlformats.org/officeDocument/2006/relationships/customXml" Target="../ink/ink28.xml"/><Relationship Id="rId91" Type="http://schemas.openxmlformats.org/officeDocument/2006/relationships/customXml" Target="../ink/ink36.xml"/><Relationship Id="rId9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3.png"/><Relationship Id="rId15" Type="http://schemas.openxmlformats.org/officeDocument/2006/relationships/image" Target="../media/image19.png"/><Relationship Id="rId23" Type="http://schemas.openxmlformats.org/officeDocument/2006/relationships/customXml" Target="../ink/ink3.xml"/><Relationship Id="rId28" Type="http://schemas.openxmlformats.org/officeDocument/2006/relationships/image" Target="../media/image27.png"/><Relationship Id="rId36" Type="http://schemas.openxmlformats.org/officeDocument/2006/relationships/image" Target="../media/image31.png"/><Relationship Id="rId49" Type="http://schemas.openxmlformats.org/officeDocument/2006/relationships/customXml" Target="../ink/ink16.xml"/><Relationship Id="rId57" Type="http://schemas.openxmlformats.org/officeDocument/2006/relationships/customXml" Target="../ink/ink19.xml"/><Relationship Id="rId106" Type="http://schemas.openxmlformats.org/officeDocument/2006/relationships/image" Target="../media/image70.png"/><Relationship Id="rId10" Type="http://schemas.openxmlformats.org/officeDocument/2006/relationships/image" Target="../media/image14.png"/><Relationship Id="rId31" Type="http://schemas.openxmlformats.org/officeDocument/2006/relationships/customXml" Target="../ink/ink7.xml"/><Relationship Id="rId44" Type="http://schemas.openxmlformats.org/officeDocument/2006/relationships/image" Target="../media/image35.png"/><Relationship Id="rId52" Type="http://schemas.openxmlformats.org/officeDocument/2006/relationships/image" Target="../media/image39.png"/><Relationship Id="rId60" Type="http://schemas.openxmlformats.org/officeDocument/2006/relationships/image" Target="../media/image44.png"/><Relationship Id="rId65" Type="http://schemas.openxmlformats.org/officeDocument/2006/relationships/customXml" Target="../ink/ink23.xml"/><Relationship Id="rId73" Type="http://schemas.openxmlformats.org/officeDocument/2006/relationships/customXml" Target="../ink/ink27.xml"/><Relationship Id="rId78" Type="http://schemas.openxmlformats.org/officeDocument/2006/relationships/image" Target="../media/image53.png"/><Relationship Id="rId81" Type="http://schemas.openxmlformats.org/officeDocument/2006/relationships/customXml" Target="../ink/ink31.xml"/><Relationship Id="rId86" Type="http://schemas.openxmlformats.org/officeDocument/2006/relationships/image" Target="../media/image57.png"/><Relationship Id="rId94" Type="http://schemas.openxmlformats.org/officeDocument/2006/relationships/image" Target="../media/image61.png"/><Relationship Id="rId99" Type="http://schemas.openxmlformats.org/officeDocument/2006/relationships/customXml" Target="../ink/ink40.xml"/><Relationship Id="rId101" Type="http://schemas.openxmlformats.org/officeDocument/2006/relationships/image" Target="../media/image65.png"/><Relationship Id="rId4" Type="http://schemas.openxmlformats.org/officeDocument/2006/relationships/image" Target="../media/image1.jpeg"/><Relationship Id="rId9" Type="http://schemas.openxmlformats.org/officeDocument/2006/relationships/image" Target="../media/image13.jpeg"/><Relationship Id="rId13" Type="http://schemas.openxmlformats.org/officeDocument/2006/relationships/image" Target="../media/image17.jpeg"/><Relationship Id="rId18" Type="http://schemas.openxmlformats.org/officeDocument/2006/relationships/image" Target="../media/image22.png"/><Relationship Id="rId39" Type="http://schemas.openxmlformats.org/officeDocument/2006/relationships/customXml" Target="../ink/ink11.xml"/><Relationship Id="rId109" Type="http://schemas.openxmlformats.org/officeDocument/2006/relationships/image" Target="../media/image72.png"/><Relationship Id="rId34" Type="http://schemas.openxmlformats.org/officeDocument/2006/relationships/image" Target="../media/image30.png"/><Relationship Id="rId50" Type="http://schemas.openxmlformats.org/officeDocument/2006/relationships/image" Target="../media/image38.png"/><Relationship Id="rId55" Type="http://schemas.openxmlformats.org/officeDocument/2006/relationships/customXml" Target="../ink/ink18.xml"/><Relationship Id="rId76" Type="http://schemas.openxmlformats.org/officeDocument/2006/relationships/image" Target="../media/image52.png"/><Relationship Id="rId97" Type="http://schemas.openxmlformats.org/officeDocument/2006/relationships/customXml" Target="../ink/ink39.xml"/><Relationship Id="rId104" Type="http://schemas.openxmlformats.org/officeDocument/2006/relationships/image" Target="../media/image68.png"/><Relationship Id="rId7" Type="http://schemas.openxmlformats.org/officeDocument/2006/relationships/image" Target="../media/image5.png"/><Relationship Id="rId71" Type="http://schemas.openxmlformats.org/officeDocument/2006/relationships/customXml" Target="../ink/ink26.xml"/><Relationship Id="rId92" Type="http://schemas.openxmlformats.org/officeDocument/2006/relationships/image" Target="../media/image60.png"/><Relationship Id="rId2" Type="http://schemas.openxmlformats.org/officeDocument/2006/relationships/notesSlide" Target="../notesSlides/notesSlide1.xml"/><Relationship Id="rId29" Type="http://schemas.openxmlformats.org/officeDocument/2006/relationships/customXml" Target="../ink/ink6.xml"/><Relationship Id="rId24" Type="http://schemas.openxmlformats.org/officeDocument/2006/relationships/image" Target="../media/image25.png"/><Relationship Id="rId40" Type="http://schemas.openxmlformats.org/officeDocument/2006/relationships/image" Target="../media/image33.png"/><Relationship Id="rId45" Type="http://schemas.openxmlformats.org/officeDocument/2006/relationships/customXml" Target="../ink/ink14.xml"/><Relationship Id="rId66" Type="http://schemas.openxmlformats.org/officeDocument/2006/relationships/image" Target="../media/image47.png"/><Relationship Id="rId87" Type="http://schemas.openxmlformats.org/officeDocument/2006/relationships/customXml" Target="../ink/ink34.xml"/><Relationship Id="rId61" Type="http://schemas.openxmlformats.org/officeDocument/2006/relationships/customXml" Target="../ink/ink21.xml"/><Relationship Id="rId82" Type="http://schemas.openxmlformats.org/officeDocument/2006/relationships/image" Target="../media/image55.png"/><Relationship Id="rId19" Type="http://schemas.openxmlformats.org/officeDocument/2006/relationships/customXml" Target="../ink/ink1.xml"/><Relationship Id="rId14" Type="http://schemas.openxmlformats.org/officeDocument/2006/relationships/image" Target="../media/image18.png"/><Relationship Id="rId30" Type="http://schemas.openxmlformats.org/officeDocument/2006/relationships/image" Target="../media/image28.png"/><Relationship Id="rId35" Type="http://schemas.openxmlformats.org/officeDocument/2006/relationships/customXml" Target="../ink/ink9.xml"/><Relationship Id="rId56" Type="http://schemas.openxmlformats.org/officeDocument/2006/relationships/image" Target="../media/image42.png"/><Relationship Id="rId77" Type="http://schemas.openxmlformats.org/officeDocument/2006/relationships/customXml" Target="../ink/ink29.xml"/><Relationship Id="rId100" Type="http://schemas.openxmlformats.org/officeDocument/2006/relationships/image" Target="../media/image64.png"/><Relationship Id="rId105" Type="http://schemas.openxmlformats.org/officeDocument/2006/relationships/image" Target="../media/image69.png"/><Relationship Id="rId8" Type="http://schemas.openxmlformats.org/officeDocument/2006/relationships/image" Target="../media/image7.jpeg"/><Relationship Id="rId51" Type="http://schemas.openxmlformats.org/officeDocument/2006/relationships/customXml" Target="../ink/ink17.xml"/><Relationship Id="rId72" Type="http://schemas.openxmlformats.org/officeDocument/2006/relationships/image" Target="../media/image50.png"/><Relationship Id="rId93" Type="http://schemas.openxmlformats.org/officeDocument/2006/relationships/customXml" Target="../ink/ink37.xml"/><Relationship Id="rId98" Type="http://schemas.openxmlformats.org/officeDocument/2006/relationships/image" Target="../media/image63.png"/><Relationship Id="rId3" Type="http://schemas.openxmlformats.org/officeDocument/2006/relationships/image" Target="../media/image4.png"/><Relationship Id="rId25" Type="http://schemas.openxmlformats.org/officeDocument/2006/relationships/customXml" Target="../ink/ink4.xml"/><Relationship Id="rId46" Type="http://schemas.openxmlformats.org/officeDocument/2006/relationships/image" Target="../media/image36.png"/><Relationship Id="rId67" Type="http://schemas.openxmlformats.org/officeDocument/2006/relationships/customXml" Target="../ink/ink24.xml"/><Relationship Id="rId20" Type="http://schemas.openxmlformats.org/officeDocument/2006/relationships/image" Target="../media/image23.png"/><Relationship Id="rId41" Type="http://schemas.openxmlformats.org/officeDocument/2006/relationships/customXml" Target="../ink/ink12.xml"/><Relationship Id="rId62" Type="http://schemas.openxmlformats.org/officeDocument/2006/relationships/image" Target="../media/image45.png"/><Relationship Id="rId83" Type="http://schemas.openxmlformats.org/officeDocument/2006/relationships/customXml" Target="../ink/ink32.xml"/><Relationship Id="rId88"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454114-7370-2DE3-C288-E0A3F4316640}"/>
              </a:ext>
            </a:extLst>
          </p:cNvPr>
          <p:cNvSpPr/>
          <p:nvPr/>
        </p:nvSpPr>
        <p:spPr>
          <a:xfrm>
            <a:off x="1" y="0"/>
            <a:ext cx="21383624" cy="1556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515"/>
          </a:p>
        </p:txBody>
      </p:sp>
      <p:sp>
        <p:nvSpPr>
          <p:cNvPr id="6" name="TextBox 5">
            <a:extLst>
              <a:ext uri="{FF2B5EF4-FFF2-40B4-BE49-F238E27FC236}">
                <a16:creationId xmlns:a16="http://schemas.microsoft.com/office/drawing/2014/main" id="{B6157D53-1DE2-8F64-A07C-51B56C6EC0F2}"/>
              </a:ext>
            </a:extLst>
          </p:cNvPr>
          <p:cNvSpPr txBox="1"/>
          <p:nvPr/>
        </p:nvSpPr>
        <p:spPr>
          <a:xfrm>
            <a:off x="7351813" y="39998"/>
            <a:ext cx="7579464" cy="1315104"/>
          </a:xfrm>
          <a:prstGeom prst="rect">
            <a:avLst/>
          </a:prstGeom>
          <a:noFill/>
        </p:spPr>
        <p:txBody>
          <a:bodyPr wrap="square" rtlCol="0">
            <a:spAutoFit/>
          </a:bodyPr>
          <a:lstStyle/>
          <a:p>
            <a:r>
              <a:rPr lang="en-GB" sz="7946">
                <a:latin typeface="Bahnschrift Condensed" panose="020B0502040204020203" pitchFamily="34" charset="0"/>
                <a:cs typeface="Aharoni" panose="02010803020104030203" pitchFamily="2" charset="-79"/>
              </a:rPr>
              <a:t>Gravitational Lensing</a:t>
            </a:r>
          </a:p>
        </p:txBody>
      </p:sp>
      <p:sp>
        <p:nvSpPr>
          <p:cNvPr id="19" name="Rectangle: Rounded Corners 18">
            <a:extLst>
              <a:ext uri="{FF2B5EF4-FFF2-40B4-BE49-F238E27FC236}">
                <a16:creationId xmlns:a16="http://schemas.microsoft.com/office/drawing/2014/main" id="{BD45AF1D-70BE-10C9-BF5E-A2E04CBF1C4C}"/>
              </a:ext>
            </a:extLst>
          </p:cNvPr>
          <p:cNvSpPr/>
          <p:nvPr/>
        </p:nvSpPr>
        <p:spPr>
          <a:xfrm>
            <a:off x="1135621" y="2241689"/>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0" name="Rectangle: Rounded Corners 19">
            <a:extLst>
              <a:ext uri="{FF2B5EF4-FFF2-40B4-BE49-F238E27FC236}">
                <a16:creationId xmlns:a16="http://schemas.microsoft.com/office/drawing/2014/main" id="{6C15CBC5-C032-DE6D-AC12-D43D5FA60F98}"/>
              </a:ext>
            </a:extLst>
          </p:cNvPr>
          <p:cNvSpPr/>
          <p:nvPr/>
        </p:nvSpPr>
        <p:spPr>
          <a:xfrm>
            <a:off x="10955651" y="2254655"/>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1" name="TextBox 20">
            <a:extLst>
              <a:ext uri="{FF2B5EF4-FFF2-40B4-BE49-F238E27FC236}">
                <a16:creationId xmlns:a16="http://schemas.microsoft.com/office/drawing/2014/main" id="{C75153B6-D413-B4E9-C394-F48B56C49BAE}"/>
              </a:ext>
            </a:extLst>
          </p:cNvPr>
          <p:cNvSpPr txBox="1"/>
          <p:nvPr/>
        </p:nvSpPr>
        <p:spPr>
          <a:xfrm>
            <a:off x="1508424" y="2494509"/>
            <a:ext cx="8695686" cy="1384995"/>
          </a:xfrm>
          <a:prstGeom prst="rect">
            <a:avLst/>
          </a:prstGeom>
          <a:noFill/>
        </p:spPr>
        <p:txBody>
          <a:bodyPr wrap="square" rtlCol="0">
            <a:spAutoFit/>
          </a:bodyPr>
          <a:lstStyle/>
          <a:p>
            <a:r>
              <a:rPr lang="en-GB" sz="3600">
                <a:latin typeface="Bahnschrift Condensed" panose="020B0502040204020203" pitchFamily="34" charset="0"/>
              </a:rPr>
              <a:t>1. Equivalence Principle</a:t>
            </a:r>
          </a:p>
          <a:p>
            <a:r>
              <a:rPr lang="en-GB" sz="2400">
                <a:latin typeface="Bahnschrift Condensed" panose="020B0502040204020203" pitchFamily="34" charset="0"/>
              </a:rPr>
              <a:t>Einstein determined that light bends around large masses, due to gravity. A ring of light can often be seen around large objects, called Einstein rings.</a:t>
            </a:r>
          </a:p>
        </p:txBody>
      </p:sp>
      <p:sp>
        <p:nvSpPr>
          <p:cNvPr id="22" name="TextBox 21">
            <a:extLst>
              <a:ext uri="{FF2B5EF4-FFF2-40B4-BE49-F238E27FC236}">
                <a16:creationId xmlns:a16="http://schemas.microsoft.com/office/drawing/2014/main" id="{ED1A5D84-9CCC-E923-4B38-7F76B4DBE894}"/>
              </a:ext>
            </a:extLst>
          </p:cNvPr>
          <p:cNvSpPr txBox="1"/>
          <p:nvPr/>
        </p:nvSpPr>
        <p:spPr>
          <a:xfrm>
            <a:off x="11362376" y="2494511"/>
            <a:ext cx="8695686" cy="2181046"/>
          </a:xfrm>
          <a:prstGeom prst="rect">
            <a:avLst/>
          </a:prstGeom>
          <a:noFill/>
        </p:spPr>
        <p:txBody>
          <a:bodyPr wrap="square" rtlCol="0">
            <a:spAutoFit/>
          </a:bodyPr>
          <a:lstStyle/>
          <a:p>
            <a:r>
              <a:rPr lang="en-GB" sz="3600">
                <a:latin typeface="Bahnschrift Condensed" panose="020B0502040204020203" pitchFamily="34" charset="0"/>
              </a:rPr>
              <a:t>2. Aim</a:t>
            </a:r>
          </a:p>
          <a:p>
            <a:r>
              <a:rPr lang="en-GB" sz="2400">
                <a:latin typeface="Bahnschrift Condensed" panose="020B0502040204020203" pitchFamily="34" charset="0"/>
              </a:rPr>
              <a:t>We used this principle to create a computational model for light bending around the Sun, using a geodesic equation, rk4, and by searching for the impact parameter using binary search. We wanted to see the relationship between the ring radius and the object’s mass.</a:t>
            </a:r>
          </a:p>
        </p:txBody>
      </p:sp>
      <p:pic>
        <p:nvPicPr>
          <p:cNvPr id="1028" name="Picture 4" descr="Einstein ring - Wikipedia">
            <a:extLst>
              <a:ext uri="{FF2B5EF4-FFF2-40B4-BE49-F238E27FC236}">
                <a16:creationId xmlns:a16="http://schemas.microsoft.com/office/drawing/2014/main" id="{FD64610E-ABCC-D955-4C27-A87324603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9811" y="4849920"/>
            <a:ext cx="2797972" cy="28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25" name="Rectangle: Rounded Corners 24">
            <a:extLst>
              <a:ext uri="{FF2B5EF4-FFF2-40B4-BE49-F238E27FC236}">
                <a16:creationId xmlns:a16="http://schemas.microsoft.com/office/drawing/2014/main" id="{1AF005F6-5280-A036-EEE0-2A0B012595D1}"/>
              </a:ext>
            </a:extLst>
          </p:cNvPr>
          <p:cNvSpPr/>
          <p:nvPr/>
        </p:nvSpPr>
        <p:spPr>
          <a:xfrm>
            <a:off x="1113183" y="8689647"/>
            <a:ext cx="19157257"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6" name="TextBox 25">
            <a:extLst>
              <a:ext uri="{FF2B5EF4-FFF2-40B4-BE49-F238E27FC236}">
                <a16:creationId xmlns:a16="http://schemas.microsoft.com/office/drawing/2014/main" id="{0147A387-9771-C25C-80C2-95E8DFB8F2EB}"/>
              </a:ext>
            </a:extLst>
          </p:cNvPr>
          <p:cNvSpPr txBox="1"/>
          <p:nvPr/>
        </p:nvSpPr>
        <p:spPr>
          <a:xfrm>
            <a:off x="1508424" y="8927395"/>
            <a:ext cx="8695686" cy="2550378"/>
          </a:xfrm>
          <a:prstGeom prst="rect">
            <a:avLst/>
          </a:prstGeom>
          <a:noFill/>
        </p:spPr>
        <p:txBody>
          <a:bodyPr wrap="square" lIns="91440" tIns="45720" rIns="91440" bIns="45720" rtlCol="0" anchor="t">
            <a:spAutoFit/>
          </a:bodyPr>
          <a:lstStyle/>
          <a:p>
            <a:r>
              <a:rPr lang="en-GB" sz="3600">
                <a:latin typeface="Bahnschrift Condensed" panose="020B0502040204020203" pitchFamily="34" charset="0"/>
              </a:rPr>
              <a:t>3. Binary Search</a:t>
            </a:r>
          </a:p>
          <a:p>
            <a:r>
              <a:rPr lang="en-GB" sz="2400">
                <a:latin typeface="Bahnschrift Condensed"/>
              </a:rPr>
              <a:t>An initial guess is made for a light ray to trace, and binary search essentially halves that guess, and goes higher and lower by a half each time until the light falls into the large object.  This is how we were able to find the radius of the Einstein ring. The angle through which the ray is fired and falls into the object, is the angular radius of the Einstein ring.</a:t>
            </a:r>
          </a:p>
        </p:txBody>
      </p:sp>
      <p:sp>
        <p:nvSpPr>
          <p:cNvPr id="28" name="Rectangle: Rounded Corners 27">
            <a:extLst>
              <a:ext uri="{FF2B5EF4-FFF2-40B4-BE49-F238E27FC236}">
                <a16:creationId xmlns:a16="http://schemas.microsoft.com/office/drawing/2014/main" id="{288346C7-9C20-9C67-E4C7-4E18A664A86C}"/>
              </a:ext>
            </a:extLst>
          </p:cNvPr>
          <p:cNvSpPr/>
          <p:nvPr/>
        </p:nvSpPr>
        <p:spPr>
          <a:xfrm>
            <a:off x="1113184"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9" name="TextBox 28">
            <a:extLst>
              <a:ext uri="{FF2B5EF4-FFF2-40B4-BE49-F238E27FC236}">
                <a16:creationId xmlns:a16="http://schemas.microsoft.com/office/drawing/2014/main" id="{A1EF7EFF-7DC5-CA6E-6B61-C6683B894714}"/>
              </a:ext>
            </a:extLst>
          </p:cNvPr>
          <p:cNvSpPr txBox="1"/>
          <p:nvPr/>
        </p:nvSpPr>
        <p:spPr>
          <a:xfrm>
            <a:off x="1508424" y="15384342"/>
            <a:ext cx="8695686" cy="2181046"/>
          </a:xfrm>
          <a:prstGeom prst="rect">
            <a:avLst/>
          </a:prstGeom>
          <a:noFill/>
        </p:spPr>
        <p:txBody>
          <a:bodyPr wrap="square" rtlCol="0">
            <a:spAutoFit/>
          </a:bodyPr>
          <a:lstStyle/>
          <a:p>
            <a:r>
              <a:rPr lang="en-GB" sz="3600">
                <a:latin typeface="Bahnschrift Condensed" panose="020B0502040204020203" pitchFamily="34" charset="0"/>
              </a:rPr>
              <a:t>4. 1.75 arcseconds</a:t>
            </a:r>
          </a:p>
          <a:p>
            <a:r>
              <a:rPr lang="en-GB" sz="2400">
                <a:latin typeface="Bahnschrift Condensed" panose="020B0502040204020203" pitchFamily="34" charset="0"/>
              </a:rPr>
              <a:t>In Eddington’s 1919 experiment, during an eclipse, he was able to observe how the light from surrounding stars was bent around the sun, and could be pictured during the eclipse. It was bent by 1.75 arcseconds. This is the value we were looking to achieve with our model, and we did.</a:t>
            </a:r>
          </a:p>
        </p:txBody>
      </p:sp>
      <p:sp>
        <p:nvSpPr>
          <p:cNvPr id="30" name="Rectangle: Rounded Corners 29">
            <a:extLst>
              <a:ext uri="{FF2B5EF4-FFF2-40B4-BE49-F238E27FC236}">
                <a16:creationId xmlns:a16="http://schemas.microsoft.com/office/drawing/2014/main" id="{7E66B35F-566C-BDD4-E71B-53815A8AF428}"/>
              </a:ext>
            </a:extLst>
          </p:cNvPr>
          <p:cNvSpPr/>
          <p:nvPr/>
        </p:nvSpPr>
        <p:spPr>
          <a:xfrm>
            <a:off x="10955650"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1" name="TextBox 30">
            <a:extLst>
              <a:ext uri="{FF2B5EF4-FFF2-40B4-BE49-F238E27FC236}">
                <a16:creationId xmlns:a16="http://schemas.microsoft.com/office/drawing/2014/main" id="{9B21D42F-7551-67BD-F987-A2C075583783}"/>
              </a:ext>
            </a:extLst>
          </p:cNvPr>
          <p:cNvSpPr txBox="1"/>
          <p:nvPr/>
        </p:nvSpPr>
        <p:spPr>
          <a:xfrm>
            <a:off x="11362376" y="15384342"/>
            <a:ext cx="8695686" cy="2181046"/>
          </a:xfrm>
          <a:prstGeom prst="rect">
            <a:avLst/>
          </a:prstGeom>
          <a:noFill/>
        </p:spPr>
        <p:txBody>
          <a:bodyPr wrap="square" rtlCol="0">
            <a:spAutoFit/>
          </a:bodyPr>
          <a:lstStyle/>
          <a:p>
            <a:r>
              <a:rPr lang="en-GB" sz="3600">
                <a:latin typeface="Bahnschrift Condensed" panose="020B0502040204020203" pitchFamily="34" charset="0"/>
              </a:rPr>
              <a:t>5. Extending to all large masses + Failures</a:t>
            </a:r>
          </a:p>
          <a:p>
            <a:r>
              <a:rPr lang="en-GB" sz="2400">
                <a:latin typeface="Bahnschrift Condensed" panose="020B0502040204020203" pitchFamily="34" charset="0"/>
              </a:rPr>
              <a:t>After we successfully modelled the Sun, we now wanted to find a general model for all large masses through raytracing. Our initial equation for the model used distances such as </a:t>
            </a:r>
            <a:r>
              <a:rPr lang="en-GB" sz="2400" err="1">
                <a:latin typeface="Bahnschrift Condensed" panose="020B0502040204020203" pitchFamily="34" charset="0"/>
              </a:rPr>
              <a:t>Observer</a:t>
            </a:r>
            <a:r>
              <a:rPr lang="en-GB" sz="2400" err="1">
                <a:latin typeface="Bahnschrift Condensed" panose="020B0502040204020203" pitchFamily="34" charset="0"/>
                <a:sym typeface="Wingdings" panose="05000000000000000000" pitchFamily="2" charset="2"/>
              </a:rPr>
              <a:t>Lens</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ObserverSource</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LensSource</a:t>
            </a:r>
            <a:r>
              <a:rPr lang="en-GB" sz="2400">
                <a:latin typeface="Bahnschrift Condensed" panose="020B0502040204020203" pitchFamily="34" charset="0"/>
                <a:sym typeface="Wingdings" panose="05000000000000000000" pitchFamily="2" charset="2"/>
              </a:rPr>
              <a:t>. However, DLS did not equal DS-DL. This was due to the expansion of the universe.</a:t>
            </a:r>
            <a:endParaRPr lang="en-GB" sz="2400">
              <a:latin typeface="Bahnschrift Condensed" panose="020B0502040204020203" pitchFamily="34" charset="0"/>
            </a:endParaRPr>
          </a:p>
        </p:txBody>
      </p:sp>
      <p:sp>
        <p:nvSpPr>
          <p:cNvPr id="32" name="Rectangle: Rounded Corners 31">
            <a:extLst>
              <a:ext uri="{FF2B5EF4-FFF2-40B4-BE49-F238E27FC236}">
                <a16:creationId xmlns:a16="http://schemas.microsoft.com/office/drawing/2014/main" id="{727655A4-C2BC-E493-A325-F2942328A1F7}"/>
              </a:ext>
            </a:extLst>
          </p:cNvPr>
          <p:cNvSpPr/>
          <p:nvPr/>
        </p:nvSpPr>
        <p:spPr>
          <a:xfrm>
            <a:off x="1113182" y="21585564"/>
            <a:ext cx="19157257" cy="7109752"/>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3" name="TextBox 32">
            <a:extLst>
              <a:ext uri="{FF2B5EF4-FFF2-40B4-BE49-F238E27FC236}">
                <a16:creationId xmlns:a16="http://schemas.microsoft.com/office/drawing/2014/main" id="{0B3E10A0-8248-F282-EDFB-DDA685156AB1}"/>
              </a:ext>
            </a:extLst>
          </p:cNvPr>
          <p:cNvSpPr txBox="1"/>
          <p:nvPr/>
        </p:nvSpPr>
        <p:spPr>
          <a:xfrm>
            <a:off x="1508423" y="21829258"/>
            <a:ext cx="17883977" cy="1384995"/>
          </a:xfrm>
          <a:prstGeom prst="rect">
            <a:avLst/>
          </a:prstGeom>
          <a:noFill/>
        </p:spPr>
        <p:txBody>
          <a:bodyPr wrap="square" rtlCol="0">
            <a:spAutoFit/>
          </a:bodyPr>
          <a:lstStyle/>
          <a:p>
            <a:r>
              <a:rPr lang="en-GB" sz="3600">
                <a:latin typeface="Bahnschrift Condensed" panose="020B0502040204020203" pitchFamily="34" charset="0"/>
              </a:rPr>
              <a:t>6. Our Updated Model</a:t>
            </a:r>
          </a:p>
          <a:p>
            <a:r>
              <a:rPr lang="en-GB" sz="2400">
                <a:latin typeface="Bahnschrift Condensed" panose="020B0502040204020203" pitchFamily="34" charset="0"/>
              </a:rPr>
              <a:t>Instead of using this model, we used a slightly different one, which ignored the distances and instead used (IDKKKKKKKKKK). This model was compared to the dataset which we had access to, and the model was shown to be reliable, as it was not significantly different to the data.</a:t>
            </a:r>
          </a:p>
        </p:txBody>
      </p:sp>
      <p:pic>
        <p:nvPicPr>
          <p:cNvPr id="35" name="Picture 34" descr="The graph shows a comparison between actual data and a theoretical model of mass versus Einstein Radius Squared, indicating discrepancies at certain values.&#10;&#10;AI-generated content may be incorrect.">
            <a:extLst>
              <a:ext uri="{FF2B5EF4-FFF2-40B4-BE49-F238E27FC236}">
                <a16:creationId xmlns:a16="http://schemas.microsoft.com/office/drawing/2014/main" id="{0908015F-8719-1FAF-3E5D-64E9BA218A0A}"/>
              </a:ext>
            </a:extLst>
          </p:cNvPr>
          <p:cNvPicPr>
            <a:picLocks noChangeAspect="1"/>
          </p:cNvPicPr>
          <p:nvPr/>
        </p:nvPicPr>
        <p:blipFill>
          <a:blip r:embed="rId3"/>
          <a:stretch>
            <a:fillRect/>
          </a:stretch>
        </p:blipFill>
        <p:spPr>
          <a:xfrm>
            <a:off x="1699533" y="23450151"/>
            <a:ext cx="6518035" cy="4746375"/>
          </a:xfrm>
          <a:prstGeom prst="rect">
            <a:avLst/>
          </a:prstGeom>
        </p:spPr>
      </p:pic>
      <p:pic>
        <p:nvPicPr>
          <p:cNvPr id="37" name="Picture 36" descr="The diagram is a residual plot showing the difference between actual and predicted values (Einstein radius) with error bands, indicating the presence of systematic error in the model.&#10;&#10;AI-generated content may be incorrect.">
            <a:extLst>
              <a:ext uri="{FF2B5EF4-FFF2-40B4-BE49-F238E27FC236}">
                <a16:creationId xmlns:a16="http://schemas.microsoft.com/office/drawing/2014/main" id="{2E9DC5F3-2438-B58A-F101-75375F216B92}"/>
              </a:ext>
            </a:extLst>
          </p:cNvPr>
          <p:cNvPicPr>
            <a:picLocks noChangeAspect="1"/>
          </p:cNvPicPr>
          <p:nvPr/>
        </p:nvPicPr>
        <p:blipFill>
          <a:blip r:embed="rId4"/>
          <a:stretch>
            <a:fillRect/>
          </a:stretch>
        </p:blipFill>
        <p:spPr>
          <a:xfrm>
            <a:off x="8803919" y="23688203"/>
            <a:ext cx="7777547" cy="3837470"/>
          </a:xfrm>
          <a:prstGeom prst="rect">
            <a:avLst/>
          </a:prstGeom>
        </p:spPr>
      </p:pic>
      <p:sp>
        <p:nvSpPr>
          <p:cNvPr id="38" name="TextBox 37">
            <a:extLst>
              <a:ext uri="{FF2B5EF4-FFF2-40B4-BE49-F238E27FC236}">
                <a16:creationId xmlns:a16="http://schemas.microsoft.com/office/drawing/2014/main" id="{D3A0066D-D296-51AE-DD59-6BF8E0A80728}"/>
              </a:ext>
            </a:extLst>
          </p:cNvPr>
          <p:cNvSpPr txBox="1"/>
          <p:nvPr/>
        </p:nvSpPr>
        <p:spPr>
          <a:xfrm>
            <a:off x="16581465" y="24161703"/>
            <a:ext cx="3363885" cy="3139321"/>
          </a:xfrm>
          <a:prstGeom prst="rect">
            <a:avLst/>
          </a:prstGeom>
          <a:noFill/>
        </p:spPr>
        <p:txBody>
          <a:bodyPr wrap="square" rtlCol="0">
            <a:spAutoFit/>
          </a:bodyPr>
          <a:lstStyle/>
          <a:p>
            <a:r>
              <a:rPr lang="en-GB">
                <a:latin typeface="Bahnschrift Condensed" panose="020B0502040204020203" pitchFamily="34" charset="0"/>
              </a:rPr>
              <a:t>However, as can be seen here, there is still a very small systematic error in the model, which is causing it to overestimate the radii of the rings.</a:t>
            </a:r>
          </a:p>
          <a:p>
            <a:endParaRPr lang="en-GB">
              <a:latin typeface="Bahnschrift Condensed" panose="020B0502040204020203" pitchFamily="34" charset="0"/>
            </a:endParaRPr>
          </a:p>
          <a:p>
            <a:r>
              <a:rPr lang="en-GB">
                <a:latin typeface="Bahnschrift Condensed" panose="020B0502040204020203" pitchFamily="34" charset="0"/>
              </a:rPr>
              <a:t>Our final model was very reliable:</a:t>
            </a:r>
          </a:p>
          <a:p>
            <a:r>
              <a:rPr lang="en-GB">
                <a:latin typeface="Bahnschrift Condensed" panose="020B0502040204020203" pitchFamily="34" charset="0"/>
              </a:rPr>
              <a:t>R-Squared: 0.9980 (Closer to 1.0 is better)</a:t>
            </a:r>
          </a:p>
          <a:p>
            <a:r>
              <a:rPr lang="en-GB">
                <a:latin typeface="Bahnschrift Condensed" panose="020B0502040204020203" pitchFamily="34" charset="0"/>
              </a:rPr>
              <a:t>MAPE: 1.52% (Average % error)</a:t>
            </a:r>
          </a:p>
          <a:p>
            <a:r>
              <a:rPr lang="en-GB">
                <a:latin typeface="Bahnschrift Condensed" panose="020B0502040204020203" pitchFamily="34" charset="0"/>
              </a:rPr>
              <a:t>RMSE: 0.0649 kpc</a:t>
            </a:r>
          </a:p>
          <a:p>
            <a:r>
              <a:rPr lang="en-GB">
                <a:latin typeface="Bahnschrift Condensed" panose="020B0502040204020203" pitchFamily="34" charset="0"/>
              </a:rPr>
              <a:t>MAE: 0.0598 kpc</a:t>
            </a:r>
          </a:p>
          <a:p>
            <a:endParaRPr lang="en-GB">
              <a:latin typeface="Bahnschrift Condensed" panose="020B0502040204020203" pitchFamily="34" charset="0"/>
            </a:endParaRPr>
          </a:p>
        </p:txBody>
      </p:sp>
      <p:pic>
        <p:nvPicPr>
          <p:cNvPr id="40" name="Picture 39" descr="The diagram compares actual data points of mass versus Einstein radius squared, contrasting them with a theoretical old model, indicating a pattern of data points aligning more closely with the theoretical model than the actual measurements.&#10;&#10;AI-generated content may be incorrect.">
            <a:extLst>
              <a:ext uri="{FF2B5EF4-FFF2-40B4-BE49-F238E27FC236}">
                <a16:creationId xmlns:a16="http://schemas.microsoft.com/office/drawing/2014/main" id="{F2F76B28-1D42-2388-796E-EE4CB160041C}"/>
              </a:ext>
            </a:extLst>
          </p:cNvPr>
          <p:cNvPicPr>
            <a:picLocks noChangeAspect="1"/>
          </p:cNvPicPr>
          <p:nvPr/>
        </p:nvPicPr>
        <p:blipFill>
          <a:blip r:embed="rId5"/>
          <a:stretch>
            <a:fillRect/>
          </a:stretch>
        </p:blipFill>
        <p:spPr>
          <a:xfrm>
            <a:off x="11459895" y="17564484"/>
            <a:ext cx="4325537" cy="3149818"/>
          </a:xfrm>
          <a:prstGeom prst="rect">
            <a:avLst/>
          </a:prstGeom>
        </p:spPr>
      </p:pic>
      <p:pic>
        <p:nvPicPr>
          <p:cNvPr id="42" name="Picture 41" descr="The image is a scatter plot showing the difference between actual and predicted Einstein radii, with an error band indicating the uncertainty in predictions.&#10;&#10;AI-generated content may be incorrect.">
            <a:extLst>
              <a:ext uri="{FF2B5EF4-FFF2-40B4-BE49-F238E27FC236}">
                <a16:creationId xmlns:a16="http://schemas.microsoft.com/office/drawing/2014/main" id="{0F2AC65A-9B5C-3821-3834-A54206F0D4AA}"/>
              </a:ext>
            </a:extLst>
          </p:cNvPr>
          <p:cNvPicPr>
            <a:picLocks noChangeAspect="1"/>
          </p:cNvPicPr>
          <p:nvPr/>
        </p:nvPicPr>
        <p:blipFill>
          <a:blip r:embed="rId6"/>
          <a:stretch>
            <a:fillRect/>
          </a:stretch>
        </p:blipFill>
        <p:spPr>
          <a:xfrm>
            <a:off x="15896566" y="17646860"/>
            <a:ext cx="3086760" cy="2057840"/>
          </a:xfrm>
          <a:prstGeom prst="rect">
            <a:avLst/>
          </a:prstGeom>
        </p:spPr>
      </p:pic>
      <p:pic>
        <p:nvPicPr>
          <p:cNvPr id="43" name="Picture 42" descr="The diagram illustrates a comparison of celestial phenomena, including a sun, moon, starlight path with an exaggerated bend, and a straight path.&#10;&#10;AI-generated content may be incorrect.">
            <a:extLst>
              <a:ext uri="{FF2B5EF4-FFF2-40B4-BE49-F238E27FC236}">
                <a16:creationId xmlns:a16="http://schemas.microsoft.com/office/drawing/2014/main" id="{259695E8-3FA3-938F-2C83-BB8A442B050C}"/>
              </a:ext>
            </a:extLst>
          </p:cNvPr>
          <p:cNvPicPr>
            <a:picLocks noChangeAspect="1"/>
          </p:cNvPicPr>
          <p:nvPr/>
        </p:nvPicPr>
        <p:blipFill>
          <a:blip r:embed="rId7"/>
          <a:stretch>
            <a:fillRect/>
          </a:stretch>
        </p:blipFill>
        <p:spPr>
          <a:xfrm>
            <a:off x="5399105" y="18010723"/>
            <a:ext cx="4822164" cy="1821133"/>
          </a:xfrm>
          <a:prstGeom prst="rect">
            <a:avLst/>
          </a:prstGeom>
        </p:spPr>
      </p:pic>
      <p:sp>
        <p:nvSpPr>
          <p:cNvPr id="45" name="TextBox 44">
            <a:extLst>
              <a:ext uri="{FF2B5EF4-FFF2-40B4-BE49-F238E27FC236}">
                <a16:creationId xmlns:a16="http://schemas.microsoft.com/office/drawing/2014/main" id="{0C9421E7-059D-C4D6-7F51-732860C3C0A6}"/>
              </a:ext>
            </a:extLst>
          </p:cNvPr>
          <p:cNvSpPr txBox="1"/>
          <p:nvPr/>
        </p:nvSpPr>
        <p:spPr>
          <a:xfrm>
            <a:off x="16028515" y="19628090"/>
            <a:ext cx="3363885" cy="1200329"/>
          </a:xfrm>
          <a:prstGeom prst="rect">
            <a:avLst/>
          </a:prstGeom>
          <a:noFill/>
        </p:spPr>
        <p:txBody>
          <a:bodyPr wrap="square" rtlCol="0">
            <a:spAutoFit/>
          </a:bodyPr>
          <a:lstStyle/>
          <a:p>
            <a:r>
              <a:rPr lang="en-GB">
                <a:latin typeface="Bahnschrift Condensed" panose="020B0502040204020203" pitchFamily="34" charset="0"/>
              </a:rPr>
              <a:t>This model was not very reliable:</a:t>
            </a:r>
          </a:p>
          <a:p>
            <a:r>
              <a:rPr lang="en-GB">
                <a:latin typeface="Bahnschrift Condensed" panose="020B0502040204020203" pitchFamily="34" charset="0"/>
              </a:rPr>
              <a:t>R-Squared: 0.8494 (Closer to 1.0 is better)</a:t>
            </a:r>
          </a:p>
          <a:p>
            <a:r>
              <a:rPr lang="en-GB">
                <a:latin typeface="Bahnschrift Condensed" panose="020B0502040204020203" pitchFamily="34" charset="0"/>
              </a:rPr>
              <a:t>MAPE: 9.62% (Average % error)</a:t>
            </a:r>
          </a:p>
          <a:p>
            <a:r>
              <a:rPr lang="en-GB">
                <a:latin typeface="Bahnschrift Condensed" panose="020B0502040204020203" pitchFamily="34" charset="0"/>
              </a:rPr>
              <a:t>RMSE: 0.5611 kpc</a:t>
            </a:r>
          </a:p>
        </p:txBody>
      </p:sp>
      <p:sp>
        <p:nvSpPr>
          <p:cNvPr id="47" name="TextBox 46">
            <a:extLst>
              <a:ext uri="{FF2B5EF4-FFF2-40B4-BE49-F238E27FC236}">
                <a16:creationId xmlns:a16="http://schemas.microsoft.com/office/drawing/2014/main" id="{CC9DE306-B574-4A32-EBF1-930509065F95}"/>
              </a:ext>
            </a:extLst>
          </p:cNvPr>
          <p:cNvSpPr txBox="1"/>
          <p:nvPr/>
        </p:nvSpPr>
        <p:spPr>
          <a:xfrm>
            <a:off x="18934823" y="17912673"/>
            <a:ext cx="1335616" cy="1200329"/>
          </a:xfrm>
          <a:prstGeom prst="rect">
            <a:avLst/>
          </a:prstGeom>
          <a:noFill/>
        </p:spPr>
        <p:txBody>
          <a:bodyPr wrap="square" rtlCol="0">
            <a:spAutoFit/>
          </a:bodyPr>
          <a:lstStyle/>
          <a:p>
            <a:r>
              <a:rPr lang="en-GB">
                <a:latin typeface="Bahnschrift Condensed" panose="020B0502040204020203" pitchFamily="34" charset="0"/>
              </a:rPr>
              <a:t>There is a clear systematic error</a:t>
            </a:r>
          </a:p>
        </p:txBody>
      </p:sp>
      <p:sp>
        <p:nvSpPr>
          <p:cNvPr id="48" name="TextBox 47">
            <a:extLst>
              <a:ext uri="{FF2B5EF4-FFF2-40B4-BE49-F238E27FC236}">
                <a16:creationId xmlns:a16="http://schemas.microsoft.com/office/drawing/2014/main" id="{75651D15-3A64-7899-08C1-CC3A494446A9}"/>
              </a:ext>
            </a:extLst>
          </p:cNvPr>
          <p:cNvSpPr txBox="1"/>
          <p:nvPr/>
        </p:nvSpPr>
        <p:spPr>
          <a:xfrm>
            <a:off x="7178565" y="18616277"/>
            <a:ext cx="1826620" cy="769441"/>
          </a:xfrm>
          <a:prstGeom prst="rect">
            <a:avLst/>
          </a:prstGeom>
          <a:noFill/>
        </p:spPr>
        <p:txBody>
          <a:bodyPr wrap="square" rtlCol="0">
            <a:spAutoFit/>
          </a:bodyPr>
          <a:lstStyle/>
          <a:p>
            <a:r>
              <a:rPr lang="en-GB" sz="4400">
                <a:solidFill>
                  <a:schemeClr val="bg1"/>
                </a:solidFill>
                <a:latin typeface="Bahnschrift Condensed" panose="020B0502040204020203" pitchFamily="34" charset="0"/>
              </a:rPr>
              <a:t>1.75!!!!</a:t>
            </a:r>
          </a:p>
        </p:txBody>
      </p:sp>
      <p:pic>
        <p:nvPicPr>
          <p:cNvPr id="49" name="Picture 48" descr="Classroom Aid - Equivalence Principle xx">
            <a:extLst>
              <a:ext uri="{FF2B5EF4-FFF2-40B4-BE49-F238E27FC236}">
                <a16:creationId xmlns:a16="http://schemas.microsoft.com/office/drawing/2014/main" id="{C94DB853-3600-533C-099E-E594D6297A0F}"/>
              </a:ext>
            </a:extLst>
          </p:cNvPr>
          <p:cNvPicPr>
            <a:picLocks noChangeAspect="1"/>
          </p:cNvPicPr>
          <p:nvPr/>
        </p:nvPicPr>
        <p:blipFill>
          <a:blip r:embed="rId8"/>
          <a:stretch>
            <a:fillRect/>
          </a:stretch>
        </p:blipFill>
        <p:spPr>
          <a:xfrm>
            <a:off x="1508423" y="4341288"/>
            <a:ext cx="3810666" cy="2143500"/>
          </a:xfrm>
          <a:prstGeom prst="rect">
            <a:avLst/>
          </a:prstGeom>
        </p:spPr>
      </p:pic>
      <p:sp>
        <p:nvSpPr>
          <p:cNvPr id="51" name="TextBox 50">
            <a:extLst>
              <a:ext uri="{FF2B5EF4-FFF2-40B4-BE49-F238E27FC236}">
                <a16:creationId xmlns:a16="http://schemas.microsoft.com/office/drawing/2014/main" id="{F746413E-1DF5-0515-3F36-E67980F2A2E2}"/>
              </a:ext>
            </a:extLst>
          </p:cNvPr>
          <p:cNvSpPr txBox="1"/>
          <p:nvPr/>
        </p:nvSpPr>
        <p:spPr>
          <a:xfrm>
            <a:off x="18791924" y="4706215"/>
            <a:ext cx="2401861" cy="369332"/>
          </a:xfrm>
          <a:prstGeom prst="rect">
            <a:avLst/>
          </a:prstGeom>
          <a:noFill/>
        </p:spPr>
        <p:txBody>
          <a:bodyPr wrap="square" rtlCol="0">
            <a:spAutoFit/>
          </a:bodyPr>
          <a:lstStyle/>
          <a:p>
            <a:r>
              <a:rPr lang="en-GB"/>
              <a:t>Rk4 image?</a:t>
            </a:r>
          </a:p>
        </p:txBody>
      </p:sp>
      <p:pic>
        <p:nvPicPr>
          <p:cNvPr id="53" name="Picture 52" descr="The diagram depicts a 2D cross-section illustrating gravitational lensing, with position values on both X (meters) and Y (meters) axes, including a specific value of le10.&#10;&#10;AI-generated content may be incorrect.">
            <a:extLst>
              <a:ext uri="{FF2B5EF4-FFF2-40B4-BE49-F238E27FC236}">
                <a16:creationId xmlns:a16="http://schemas.microsoft.com/office/drawing/2014/main" id="{BEEA62A8-DAC7-20DD-973E-DF888E3F6C2A}"/>
              </a:ext>
            </a:extLst>
          </p:cNvPr>
          <p:cNvPicPr>
            <a:picLocks noChangeAspect="1"/>
          </p:cNvPicPr>
          <p:nvPr/>
        </p:nvPicPr>
        <p:blipFill>
          <a:blip r:embed="rId9"/>
          <a:stretch>
            <a:fillRect/>
          </a:stretch>
        </p:blipFill>
        <p:spPr>
          <a:xfrm>
            <a:off x="14363905" y="4341288"/>
            <a:ext cx="4215640" cy="3400909"/>
          </a:xfrm>
          <a:prstGeom prst="rect">
            <a:avLst/>
          </a:prstGeom>
        </p:spPr>
      </p:pic>
      <p:sp>
        <p:nvSpPr>
          <p:cNvPr id="55" name="TextBox 54">
            <a:extLst>
              <a:ext uri="{FF2B5EF4-FFF2-40B4-BE49-F238E27FC236}">
                <a16:creationId xmlns:a16="http://schemas.microsoft.com/office/drawing/2014/main" id="{31FC79D9-DA5A-DDAA-5755-8FA889809A45}"/>
              </a:ext>
            </a:extLst>
          </p:cNvPr>
          <p:cNvSpPr txBox="1"/>
          <p:nvPr/>
        </p:nvSpPr>
        <p:spPr>
          <a:xfrm>
            <a:off x="6871252" y="13233632"/>
            <a:ext cx="10694504" cy="369332"/>
          </a:xfrm>
          <a:prstGeom prst="rect">
            <a:avLst/>
          </a:prstGeom>
          <a:noFill/>
        </p:spPr>
        <p:txBody>
          <a:bodyPr wrap="square">
            <a:spAutoFit/>
          </a:bodyPr>
          <a:lstStyle/>
          <a:p>
            <a:endParaRPr lang="en-GB"/>
          </a:p>
        </p:txBody>
      </p:sp>
      <p:pic>
        <p:nvPicPr>
          <p:cNvPr id="3" name="Picture 2" descr="The diagram illustrates the gravitational lensing effect where Earth, a star, and a galaxy align, with rays showing the distortion of light as it passes near the star, indicating the magnification and bending of light due to gravity.&#10;&#10;AI-generated content may be incorrect.">
            <a:extLst>
              <a:ext uri="{FF2B5EF4-FFF2-40B4-BE49-F238E27FC236}">
                <a16:creationId xmlns:a16="http://schemas.microsoft.com/office/drawing/2014/main" id="{D930644A-BD24-ADF8-69F8-C33505171AFA}"/>
              </a:ext>
            </a:extLst>
          </p:cNvPr>
          <p:cNvPicPr>
            <a:picLocks noChangeAspect="1"/>
          </p:cNvPicPr>
          <p:nvPr/>
        </p:nvPicPr>
        <p:blipFill>
          <a:blip r:embed="rId10"/>
          <a:srcRect t="4546" b="4568"/>
          <a:stretch>
            <a:fillRect/>
          </a:stretch>
        </p:blipFill>
        <p:spPr>
          <a:xfrm>
            <a:off x="10691812" y="8927395"/>
            <a:ext cx="3158566" cy="5191620"/>
          </a:xfrm>
          <a:prstGeom prst="rect">
            <a:avLst/>
          </a:prstGeom>
        </p:spPr>
      </p:pic>
      <p:pic>
        <p:nvPicPr>
          <p:cNvPr id="7" name="Picture 6" descr="The diagram illustrates a gravitational lensing scenario where Earth, a star, and a galaxy align, showing the effect of gravitational lensing on the light paths from the star to Earth, with various magnification factors indicated.&#10;&#10;AI-generated content may be incorrect.">
            <a:extLst>
              <a:ext uri="{FF2B5EF4-FFF2-40B4-BE49-F238E27FC236}">
                <a16:creationId xmlns:a16="http://schemas.microsoft.com/office/drawing/2014/main" id="{7EE0042E-3570-154E-F560-585ABE07D1DD}"/>
              </a:ext>
            </a:extLst>
          </p:cNvPr>
          <p:cNvPicPr>
            <a:picLocks noChangeAspect="1"/>
          </p:cNvPicPr>
          <p:nvPr/>
        </p:nvPicPr>
        <p:blipFill>
          <a:blip r:embed="rId11"/>
          <a:stretch>
            <a:fillRect/>
          </a:stretch>
        </p:blipFill>
        <p:spPr>
          <a:xfrm>
            <a:off x="13850378" y="8921750"/>
            <a:ext cx="2869430" cy="5203003"/>
          </a:xfrm>
          <a:prstGeom prst="rect">
            <a:avLst/>
          </a:prstGeom>
        </p:spPr>
      </p:pic>
      <p:pic>
        <p:nvPicPr>
          <p:cNvPr id="9" name="Picture 8" descr="The diagram illustrates gravitational lensing, with Earth, a star, and a galaxy aligned, showing the bending of light paths and their respective deflections in illustrative units.&#10;&#10;AI-generated content may be incorrect.">
            <a:extLst>
              <a:ext uri="{FF2B5EF4-FFF2-40B4-BE49-F238E27FC236}">
                <a16:creationId xmlns:a16="http://schemas.microsoft.com/office/drawing/2014/main" id="{E7451D24-8765-0908-6EC3-EED1970792F0}"/>
              </a:ext>
            </a:extLst>
          </p:cNvPr>
          <p:cNvPicPr>
            <a:picLocks noChangeAspect="1"/>
          </p:cNvPicPr>
          <p:nvPr/>
        </p:nvPicPr>
        <p:blipFill>
          <a:blip r:embed="rId12"/>
          <a:stretch>
            <a:fillRect/>
          </a:stretch>
        </p:blipFill>
        <p:spPr>
          <a:xfrm>
            <a:off x="16719808" y="8927395"/>
            <a:ext cx="2882823" cy="5203003"/>
          </a:xfrm>
          <a:prstGeom prst="rect">
            <a:avLst/>
          </a:prstGeom>
        </p:spPr>
      </p:pic>
      <p:pic>
        <p:nvPicPr>
          <p:cNvPr id="11" name="Picture 10" descr="The diagram illustrates the exaggerated effect of gravitational lensing by the Sun, showing a curved light path compared to a straight undeflected path, with a scale of 0.875 illustrative units.&#10;&#10;AI-generated content may be incorrect.">
            <a:extLst>
              <a:ext uri="{FF2B5EF4-FFF2-40B4-BE49-F238E27FC236}">
                <a16:creationId xmlns:a16="http://schemas.microsoft.com/office/drawing/2014/main" id="{A14DA671-F188-F2BE-ECE9-23AEF0D8E169}"/>
              </a:ext>
            </a:extLst>
          </p:cNvPr>
          <p:cNvPicPr>
            <a:picLocks noChangeAspect="1"/>
          </p:cNvPicPr>
          <p:nvPr/>
        </p:nvPicPr>
        <p:blipFill>
          <a:blip r:embed="rId13"/>
          <a:stretch>
            <a:fillRect/>
          </a:stretch>
        </p:blipFill>
        <p:spPr>
          <a:xfrm>
            <a:off x="889276" y="17305126"/>
            <a:ext cx="5054254" cy="3247980"/>
          </a:xfrm>
          <a:prstGeom prst="rect">
            <a:avLst/>
          </a:prstGeom>
        </p:spPr>
      </p:pic>
    </p:spTree>
    <p:extLst>
      <p:ext uri="{BB962C8B-B14F-4D97-AF65-F5344CB8AC3E}">
        <p14:creationId xmlns:p14="http://schemas.microsoft.com/office/powerpoint/2010/main" val="784496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7EC4FF8-CC67-642A-95FE-77E02E945A78}"/>
            </a:ext>
          </a:extLst>
        </p:cNvPr>
        <p:cNvGrpSpPr/>
        <p:nvPr/>
      </p:nvGrpSpPr>
      <p:grpSpPr>
        <a:xfrm>
          <a:off x="0" y="0"/>
          <a:ext cx="0" cy="0"/>
          <a:chOff x="0" y="0"/>
          <a:chExt cx="0" cy="0"/>
        </a:xfrm>
      </p:grpSpPr>
      <p:sp>
        <p:nvSpPr>
          <p:cNvPr id="1089" name="Rectangle: Rounded Corners 19">
            <a:extLst>
              <a:ext uri="{FF2B5EF4-FFF2-40B4-BE49-F238E27FC236}">
                <a16:creationId xmlns:a16="http://schemas.microsoft.com/office/drawing/2014/main" id="{A4B165DF-6E60-C1AC-2BCB-000C40BAAB76}"/>
              </a:ext>
            </a:extLst>
          </p:cNvPr>
          <p:cNvSpPr/>
          <p:nvPr/>
        </p:nvSpPr>
        <p:spPr>
          <a:xfrm>
            <a:off x="315641" y="16924308"/>
            <a:ext cx="8547893" cy="2966060"/>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1090" name="TextBox 1089">
            <a:extLst>
              <a:ext uri="{FF2B5EF4-FFF2-40B4-BE49-F238E27FC236}">
                <a16:creationId xmlns:a16="http://schemas.microsoft.com/office/drawing/2014/main" id="{0F757592-B9A2-11BF-DEA3-46B61D707AD7}"/>
              </a:ext>
            </a:extLst>
          </p:cNvPr>
          <p:cNvSpPr txBox="1"/>
          <p:nvPr/>
        </p:nvSpPr>
        <p:spPr>
          <a:xfrm>
            <a:off x="451602" y="16933088"/>
            <a:ext cx="8205980" cy="2354491"/>
          </a:xfrm>
          <a:prstGeom prst="rect">
            <a:avLst/>
          </a:prstGeom>
          <a:noFill/>
        </p:spPr>
        <p:txBody>
          <a:bodyPr wrap="square" lIns="91440" tIns="45720" rIns="91440" bIns="45720" rtlCol="0" anchor="t">
            <a:spAutoFit/>
          </a:bodyPr>
          <a:lstStyle/>
          <a:p>
            <a:r>
              <a:rPr lang="en-US" sz="1050" b="1"/>
              <a:t>7. Prong 3: Extracting Einstein Ring Radii via Binary Search Ray-Tracing</a:t>
            </a:r>
            <a:endParaRPr lang="en-US" sz="1050"/>
          </a:p>
          <a:p>
            <a:r>
              <a:rPr lang="en-US" sz="1050"/>
              <a:t>This is where we encountered a fundamental obstacle: the expansion of the universe.</a:t>
            </a:r>
          </a:p>
          <a:p>
            <a:r>
              <a:rPr lang="en-US" sz="1050"/>
              <a:t>Our model consistently underpredicted Einstein Ring radii, with errors growing larger for more massive lens galaxies. The root cause became clear when we examined the distances involved: our computed value of DS−DLD_S - D_L </a:t>
            </a:r>
            <a:r>
              <a:rPr lang="en-US" sz="1050">
                <a:effectLst/>
              </a:rPr>
              <a:t>DS</a:t>
            </a:r>
            <a:r>
              <a:rPr lang="en-US" sz="1050"/>
              <a:t>​−</a:t>
            </a:r>
            <a:r>
              <a:rPr lang="en-US" sz="1050">
                <a:effectLst/>
              </a:rPr>
              <a:t>DL</a:t>
            </a:r>
            <a:r>
              <a:rPr lang="en-US" sz="1050"/>
              <a:t>​ did not equal DLSD_{LS} </a:t>
            </a:r>
            <a:r>
              <a:rPr lang="en-US" sz="1050">
                <a:effectLst/>
              </a:rPr>
              <a:t>DLS</a:t>
            </a:r>
            <a:r>
              <a:rPr lang="en-US" sz="1050"/>
              <a:t>​, where DSD_S </a:t>
            </a:r>
            <a:r>
              <a:rPr lang="en-US" sz="1050">
                <a:effectLst/>
              </a:rPr>
              <a:t>DS</a:t>
            </a:r>
            <a:r>
              <a:rPr lang="en-US" sz="1050"/>
              <a:t>​, DLD_L </a:t>
            </a:r>
            <a:r>
              <a:rPr lang="en-US" sz="1050">
                <a:effectLst/>
              </a:rPr>
              <a:t>DL</a:t>
            </a:r>
            <a:r>
              <a:rPr lang="en-US" sz="1050"/>
              <a:t>​, and DLSD_{LS} </a:t>
            </a:r>
            <a:r>
              <a:rPr lang="en-US" sz="1050">
                <a:effectLst/>
              </a:rPr>
              <a:t>DLS</a:t>
            </a:r>
            <a:r>
              <a:rPr lang="en-US" sz="1050"/>
              <a:t>​ are the angular diameter distances to the source, to the lens, and from the lens to the source respectively. These distances were derived from available redshift data.</a:t>
            </a:r>
          </a:p>
          <a:p>
            <a:r>
              <a:rPr lang="en-US" sz="1050"/>
              <a:t>This inconsistency arises because the universe is expanding. In a flat, static spacetime, DS−DL=DLSD_S - D_L = D_{LS} </a:t>
            </a:r>
            <a:r>
              <a:rPr lang="en-US" sz="1050">
                <a:effectLst/>
              </a:rPr>
              <a:t>DS</a:t>
            </a:r>
            <a:r>
              <a:rPr lang="en-US" sz="1050"/>
              <a:t>​−</a:t>
            </a:r>
            <a:r>
              <a:rPr lang="en-US" sz="1050">
                <a:effectLst/>
              </a:rPr>
              <a:t>DL</a:t>
            </a:r>
            <a:r>
              <a:rPr lang="en-US" sz="1050"/>
              <a:t>​=</a:t>
            </a:r>
            <a:r>
              <a:rPr lang="en-US" sz="1050">
                <a:effectLst/>
              </a:rPr>
              <a:t>DLS</a:t>
            </a:r>
            <a:r>
              <a:rPr lang="en-US" sz="1050"/>
              <a:t>​ exactly. But in an expanding universe, angular diameter distances do not add linearly. We had anticipated that the null geodesic equation would remain valid locally near the lens galaxy, even in an expanding universe. What we did not anticipate was that the non-Euclidean geometry of the large-scale distance relationships would so significantly corrupt the input parameters to our model. [show some values]</a:t>
            </a:r>
          </a:p>
          <a:p>
            <a:r>
              <a:rPr lang="en-US" sz="1050"/>
              <a:t>A secondary source of error is our treatment of the source galaxy as a point mass. In reality, accurately modelling light trajectories through the source galaxy would require knowledge of its mass density profile and physical radius — data that was not available to us. Furthermore, any point mass sufficiently massive to deflect light acts as a black hole in our model, making it impossible for light rays to reach its </a:t>
            </a:r>
            <a:r>
              <a:rPr lang="en-US" sz="1050" err="1"/>
              <a:t>centre</a:t>
            </a:r>
            <a:r>
              <a:rPr lang="en-US" sz="1050"/>
              <a:t> at all. The point-source approximation is therefore not merely a simplification but a necessity given our constraints.</a:t>
            </a:r>
          </a:p>
        </p:txBody>
      </p:sp>
      <p:pic>
        <p:nvPicPr>
          <p:cNvPr id="40" name="Picture 39" descr="The diagram compares actual data points of mass versus Einstein radius squared, contrasting them with a theoretical old model, indicating a pattern of data points aligning more closely with the theoretical model than the actual measurements.&#10;&#10;AI-generated content may be incorrect.">
            <a:extLst>
              <a:ext uri="{FF2B5EF4-FFF2-40B4-BE49-F238E27FC236}">
                <a16:creationId xmlns:a16="http://schemas.microsoft.com/office/drawing/2014/main" id="{B7D4BF0F-F2FD-3497-4F1E-63CEA5F8D079}"/>
              </a:ext>
            </a:extLst>
          </p:cNvPr>
          <p:cNvPicPr>
            <a:picLocks noChangeAspect="1"/>
          </p:cNvPicPr>
          <p:nvPr/>
        </p:nvPicPr>
        <p:blipFill>
          <a:blip r:embed="rId3"/>
          <a:stretch>
            <a:fillRect/>
          </a:stretch>
        </p:blipFill>
        <p:spPr>
          <a:xfrm>
            <a:off x="315641" y="19370779"/>
            <a:ext cx="2353256" cy="1713621"/>
          </a:xfrm>
          <a:prstGeom prst="rect">
            <a:avLst/>
          </a:prstGeom>
        </p:spPr>
      </p:pic>
      <p:sp>
        <p:nvSpPr>
          <p:cNvPr id="5" name="Rectangle 4">
            <a:extLst>
              <a:ext uri="{FF2B5EF4-FFF2-40B4-BE49-F238E27FC236}">
                <a16:creationId xmlns:a16="http://schemas.microsoft.com/office/drawing/2014/main" id="{3F2E03C3-989D-FAF8-F71A-1ABEA0588760}"/>
              </a:ext>
            </a:extLst>
          </p:cNvPr>
          <p:cNvSpPr/>
          <p:nvPr/>
        </p:nvSpPr>
        <p:spPr>
          <a:xfrm>
            <a:off x="1" y="0"/>
            <a:ext cx="21383624" cy="1556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515"/>
          </a:p>
        </p:txBody>
      </p:sp>
      <p:sp>
        <p:nvSpPr>
          <p:cNvPr id="6" name="TextBox 5">
            <a:extLst>
              <a:ext uri="{FF2B5EF4-FFF2-40B4-BE49-F238E27FC236}">
                <a16:creationId xmlns:a16="http://schemas.microsoft.com/office/drawing/2014/main" id="{D062DAF7-CCE0-C261-DFB5-776133B748AD}"/>
              </a:ext>
            </a:extLst>
          </p:cNvPr>
          <p:cNvSpPr txBox="1"/>
          <p:nvPr/>
        </p:nvSpPr>
        <p:spPr>
          <a:xfrm>
            <a:off x="7351813" y="39998"/>
            <a:ext cx="7579464" cy="1315104"/>
          </a:xfrm>
          <a:prstGeom prst="rect">
            <a:avLst/>
          </a:prstGeom>
          <a:noFill/>
        </p:spPr>
        <p:txBody>
          <a:bodyPr wrap="square" rtlCol="0">
            <a:spAutoFit/>
          </a:bodyPr>
          <a:lstStyle/>
          <a:p>
            <a:r>
              <a:rPr lang="en-GB" sz="7946">
                <a:latin typeface="Bahnschrift Condensed" panose="020B0502040204020203" pitchFamily="34" charset="0"/>
                <a:cs typeface="Aharoni" panose="02010803020104030203" pitchFamily="2" charset="-79"/>
              </a:rPr>
              <a:t>Gravitational Lensing</a:t>
            </a:r>
          </a:p>
        </p:txBody>
      </p:sp>
      <p:sp>
        <p:nvSpPr>
          <p:cNvPr id="19" name="Rectangle: Rounded Corners 18">
            <a:extLst>
              <a:ext uri="{FF2B5EF4-FFF2-40B4-BE49-F238E27FC236}">
                <a16:creationId xmlns:a16="http://schemas.microsoft.com/office/drawing/2014/main" id="{32B6C2AF-D33B-37D5-43C1-7790DB07C5BA}"/>
              </a:ext>
            </a:extLst>
          </p:cNvPr>
          <p:cNvSpPr/>
          <p:nvPr/>
        </p:nvSpPr>
        <p:spPr>
          <a:xfrm>
            <a:off x="409860" y="1248711"/>
            <a:ext cx="9721022" cy="3940313"/>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21" name="TextBox 20">
            <a:extLst>
              <a:ext uri="{FF2B5EF4-FFF2-40B4-BE49-F238E27FC236}">
                <a16:creationId xmlns:a16="http://schemas.microsoft.com/office/drawing/2014/main" id="{86E12DA9-85FD-50F3-4F99-9D31C4E4702A}"/>
              </a:ext>
            </a:extLst>
          </p:cNvPr>
          <p:cNvSpPr txBox="1"/>
          <p:nvPr/>
        </p:nvSpPr>
        <p:spPr>
          <a:xfrm>
            <a:off x="972755" y="1276922"/>
            <a:ext cx="9148145" cy="2400657"/>
          </a:xfrm>
          <a:prstGeom prst="rect">
            <a:avLst/>
          </a:prstGeom>
          <a:noFill/>
        </p:spPr>
        <p:txBody>
          <a:bodyPr wrap="square" lIns="91440" tIns="45720" rIns="91440" bIns="45720" rtlCol="0" anchor="t">
            <a:spAutoFit/>
          </a:bodyPr>
          <a:lstStyle/>
          <a:p>
            <a:r>
              <a:rPr lang="en-GB" sz="2400">
                <a:latin typeface="Bahnschrift Condensed"/>
              </a:rPr>
              <a:t>1. Abstract</a:t>
            </a:r>
            <a:endParaRPr lang="en-US" sz="2400"/>
          </a:p>
          <a:p>
            <a:r>
              <a:rPr lang="en-GB" sz="1400">
                <a:ea typeface="+mn-lt"/>
                <a:cs typeface="+mn-lt"/>
              </a:rPr>
              <a:t>Imagine holding up a magnifying glass and seeing objects bend and bend around the lens. Now imagine that instead of glass, the "lens" is an entire galaxy — and instead of light refracting through glass, the light is being bent by gravity itself.</a:t>
            </a:r>
          </a:p>
          <a:p>
            <a:r>
              <a:rPr lang="en-GB" sz="1400"/>
              <a:t>Einstein was the first to show this: by his fascinating equivalence principle, he concluded that mass bends light. </a:t>
            </a:r>
            <a:r>
              <a:rPr lang="en-GB" sz="1400">
                <a:ea typeface="+mn-lt"/>
                <a:cs typeface="+mn-lt"/>
              </a:rPr>
              <a:t>And objects with enough mass like distant galaxies, could bend light so much that light behind it gets bent </a:t>
            </a:r>
            <a:r>
              <a:rPr lang="en-GB" sz="1400" i="1">
                <a:ea typeface="+mn-lt"/>
                <a:cs typeface="+mn-lt"/>
              </a:rPr>
              <a:t>around</a:t>
            </a:r>
            <a:r>
              <a:rPr lang="en-GB" sz="1400">
                <a:ea typeface="+mn-lt"/>
                <a:cs typeface="+mn-lt"/>
              </a:rPr>
              <a:t> it from all sides and refocused toward us — forming a glowing ring in the sky. This is called an </a:t>
            </a:r>
            <a:r>
              <a:rPr lang="en-GB" sz="1400" b="1">
                <a:ea typeface="+mn-lt"/>
                <a:cs typeface="+mn-lt"/>
              </a:rPr>
              <a:t>Einstein Ring</a:t>
            </a:r>
            <a:r>
              <a:rPr lang="en-GB" sz="1400">
                <a:ea typeface="+mn-lt"/>
                <a:cs typeface="+mn-lt"/>
              </a:rPr>
              <a:t>.</a:t>
            </a:r>
          </a:p>
          <a:p>
            <a:r>
              <a:rPr lang="en-GB" sz="1400">
                <a:ea typeface="+mn-lt"/>
                <a:cs typeface="+mn-lt"/>
              </a:rPr>
              <a:t>In this project, we built a computational simulation to model exactly this effect — tracing how light paths curve around a massive lens, we aim to investigate and predict the size of an einstein ring created by a "lens" galaxy of mass M at a distance D_S away from earth and compare our computational values to observed data.</a:t>
            </a:r>
            <a:endParaRPr lang="en-GB" sz="1400"/>
          </a:p>
        </p:txBody>
      </p:sp>
      <p:pic>
        <p:nvPicPr>
          <p:cNvPr id="1028" name="Picture 4" descr="Einstein ring - Wikipedia">
            <a:extLst>
              <a:ext uri="{FF2B5EF4-FFF2-40B4-BE49-F238E27FC236}">
                <a16:creationId xmlns:a16="http://schemas.microsoft.com/office/drawing/2014/main" id="{5DA19FD8-5AEB-810E-31FC-3E858BDA4C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8165" y="4041592"/>
            <a:ext cx="2140279" cy="1944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25" name="Rectangle: Rounded Corners 24">
            <a:extLst>
              <a:ext uri="{FF2B5EF4-FFF2-40B4-BE49-F238E27FC236}">
                <a16:creationId xmlns:a16="http://schemas.microsoft.com/office/drawing/2014/main" id="{8C5BDA6D-58C7-AB8B-ABF9-F41C54FCD32F}"/>
              </a:ext>
            </a:extLst>
          </p:cNvPr>
          <p:cNvSpPr/>
          <p:nvPr/>
        </p:nvSpPr>
        <p:spPr>
          <a:xfrm>
            <a:off x="11064759" y="1650230"/>
            <a:ext cx="9721022" cy="3610511"/>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6" name="TextBox 25">
            <a:extLst>
              <a:ext uri="{FF2B5EF4-FFF2-40B4-BE49-F238E27FC236}">
                <a16:creationId xmlns:a16="http://schemas.microsoft.com/office/drawing/2014/main" id="{0CEBC4B8-57E3-C42A-8BF9-DB95635624B2}"/>
              </a:ext>
            </a:extLst>
          </p:cNvPr>
          <p:cNvSpPr txBox="1"/>
          <p:nvPr/>
        </p:nvSpPr>
        <p:spPr>
          <a:xfrm>
            <a:off x="11468682" y="2028861"/>
            <a:ext cx="6683084" cy="2908489"/>
          </a:xfrm>
          <a:prstGeom prst="rect">
            <a:avLst/>
          </a:prstGeom>
          <a:noFill/>
        </p:spPr>
        <p:txBody>
          <a:bodyPr wrap="square" lIns="91440" tIns="45720" rIns="91440" bIns="45720" rtlCol="0" anchor="t">
            <a:spAutoFit/>
          </a:bodyPr>
          <a:lstStyle/>
          <a:p>
            <a:r>
              <a:rPr lang="en-GB" sz="1500">
                <a:latin typeface="Bahnschrift Condensed"/>
              </a:rPr>
              <a:t>2. Methodology: Binary Search [note: the lens is a galaxy not a star, images need to be relabelled]</a:t>
            </a:r>
          </a:p>
          <a:p>
            <a:r>
              <a:rPr lang="en-US" sz="1200"/>
              <a:t>The essence of our approach is simple: fire light rays from Earth at different angles to the vertical and see where they end up.</a:t>
            </a:r>
          </a:p>
          <a:p>
            <a:r>
              <a:rPr lang="en-US" sz="1200"/>
              <a:t>We start with an initial guess </a:t>
            </a:r>
            <a:r>
              <a:rPr lang="el-GR" sz="1200"/>
              <a:t>θ\</a:t>
            </a:r>
            <a:r>
              <a:rPr lang="en-US" sz="1200"/>
              <a:t>theta </a:t>
            </a:r>
            <a:r>
              <a:rPr lang="el-GR" sz="1200">
                <a:effectLst/>
              </a:rPr>
              <a:t>θ</a:t>
            </a:r>
            <a:r>
              <a:rPr lang="el-GR" sz="1200"/>
              <a:t> — </a:t>
            </a:r>
            <a:r>
              <a:rPr lang="en-US" sz="1200"/>
              <a:t>an angle large enough that the light misses the source galaxy entirely, passing straight past the lens. We then try </a:t>
            </a:r>
            <a:r>
              <a:rPr lang="el-GR" sz="1200"/>
              <a:t>θ/2\</a:t>
            </a:r>
            <a:r>
              <a:rPr lang="en-US" sz="1200"/>
              <a:t>theta/2 </a:t>
            </a:r>
            <a:r>
              <a:rPr lang="el-GR" sz="1200">
                <a:effectLst/>
              </a:rPr>
              <a:t>θ</a:t>
            </a:r>
            <a:r>
              <a:rPr lang="el-GR" sz="1200"/>
              <a:t>/2: </a:t>
            </a:r>
            <a:r>
              <a:rPr lang="en-US" sz="1200"/>
              <a:t>now the light is bent too much and curves in front of the source galaxy. At this point we know the true Einstein Ring angle must lie *somewhere between* </a:t>
            </a:r>
            <a:r>
              <a:rPr lang="el-GR" sz="1200"/>
              <a:t>θ/2\</a:t>
            </a:r>
            <a:r>
              <a:rPr lang="en-US" sz="1200"/>
              <a:t>theta/2 </a:t>
            </a:r>
            <a:r>
              <a:rPr lang="el-GR" sz="1200">
                <a:effectLst/>
              </a:rPr>
              <a:t>θ</a:t>
            </a:r>
            <a:r>
              <a:rPr lang="el-GR" sz="1200"/>
              <a:t>/2 </a:t>
            </a:r>
            <a:r>
              <a:rPr lang="en-US" sz="1200"/>
              <a:t>and </a:t>
            </a:r>
            <a:r>
              <a:rPr lang="el-GR" sz="1200"/>
              <a:t>θ\</a:t>
            </a:r>
            <a:r>
              <a:rPr lang="en-US" sz="1200"/>
              <a:t>theta </a:t>
            </a:r>
            <a:r>
              <a:rPr lang="el-GR" sz="1200">
                <a:effectLst/>
              </a:rPr>
              <a:t>θ</a:t>
            </a:r>
            <a:r>
              <a:rPr lang="el-GR" sz="1200"/>
              <a:t>.</a:t>
            </a:r>
          </a:p>
          <a:p>
            <a:r>
              <a:rPr lang="en-US" sz="1200"/>
              <a:t>We then repeatedly halve this interval — each new ray cutting our uncertainty in half — until we have pinned down the Einstein Ring angle to extraordinary precision. This is the classical </a:t>
            </a:r>
            <a:r>
              <a:rPr lang="en-US" sz="1200" b="1"/>
              <a:t>binary search</a:t>
            </a:r>
            <a:r>
              <a:rPr lang="en-US" sz="1200"/>
              <a:t> algorithm, here applied to light rays rather than a sorted list.</a:t>
            </a:r>
          </a:p>
          <a:p>
            <a:r>
              <a:rPr lang="en-US" sz="1200"/>
              <a:t>For each lensing system we simulated, we fired </a:t>
            </a:r>
            <a:r>
              <a:rPr lang="en-US" sz="1200" b="1"/>
              <a:t>20 rays</a:t>
            </a:r>
            <a:r>
              <a:rPr lang="en-US" sz="1200"/>
              <a:t> from Earth. Since each ray halves the remaining uncertainty, after 20 iterations our final angle is accurate to within:</a:t>
            </a:r>
          </a:p>
          <a:p>
            <a:r>
              <a:rPr lang="el-GR" sz="1200" err="1"/>
              <a:t>Δθ</a:t>
            </a:r>
            <a:r>
              <a:rPr lang="el-GR" sz="1200"/>
              <a:t>=θ0220≈θ01,000,000\</a:t>
            </a:r>
            <a:r>
              <a:rPr lang="en-US" sz="1200"/>
              <a:t>Delta\theta = \frac{\theta_0}{2^{20}} \</a:t>
            </a:r>
            <a:r>
              <a:rPr lang="en-US" sz="1200" err="1"/>
              <a:t>approx</a:t>
            </a:r>
            <a:r>
              <a:rPr lang="en-US" sz="1200"/>
              <a:t> \frac{\theta_0}{1{,}000{,}000}</a:t>
            </a:r>
            <a:r>
              <a:rPr lang="el-GR" sz="1200" err="1"/>
              <a:t>Δ</a:t>
            </a:r>
            <a:r>
              <a:rPr lang="el-GR" sz="1200" err="1">
                <a:effectLst/>
              </a:rPr>
              <a:t>θ</a:t>
            </a:r>
            <a:r>
              <a:rPr lang="el-GR" sz="1200"/>
              <a:t>=</a:t>
            </a:r>
            <a:r>
              <a:rPr lang="el-GR" sz="1200">
                <a:effectLst/>
              </a:rPr>
              <a:t>220θ0​</a:t>
            </a:r>
            <a:r>
              <a:rPr lang="el-GR" sz="1200"/>
              <a:t>​≈</a:t>
            </a:r>
            <a:r>
              <a:rPr lang="el-GR" sz="1200">
                <a:effectLst/>
              </a:rPr>
              <a:t>1,000,000θ0​</a:t>
            </a:r>
            <a:r>
              <a:rPr lang="el-GR" sz="1200"/>
              <a:t>​ </a:t>
            </a:r>
            <a:r>
              <a:rPr lang="en-US" sz="1200"/>
              <a:t>where </a:t>
            </a:r>
            <a:r>
              <a:rPr lang="el-GR" sz="1200"/>
              <a:t>θ0\</a:t>
            </a:r>
            <a:r>
              <a:rPr lang="en-US" sz="1200"/>
              <a:t>theta_0 </a:t>
            </a:r>
            <a:r>
              <a:rPr lang="el-GR" sz="1200">
                <a:effectLst/>
              </a:rPr>
              <a:t>θ0</a:t>
            </a:r>
            <a:r>
              <a:rPr lang="el-GR" sz="1200"/>
              <a:t>​ </a:t>
            </a:r>
            <a:r>
              <a:rPr lang="en-US" sz="1200"/>
              <a:t>is our initial guess — a precision of better than one part in a million.</a:t>
            </a:r>
          </a:p>
        </p:txBody>
      </p:sp>
      <p:sp>
        <p:nvSpPr>
          <p:cNvPr id="32" name="Rectangle: Rounded Corners 31">
            <a:extLst>
              <a:ext uri="{FF2B5EF4-FFF2-40B4-BE49-F238E27FC236}">
                <a16:creationId xmlns:a16="http://schemas.microsoft.com/office/drawing/2014/main" id="{BA778920-4247-9895-D2D3-5641F91F7A77}"/>
              </a:ext>
            </a:extLst>
          </p:cNvPr>
          <p:cNvSpPr/>
          <p:nvPr/>
        </p:nvSpPr>
        <p:spPr>
          <a:xfrm>
            <a:off x="4453645" y="21623815"/>
            <a:ext cx="14319847" cy="4474899"/>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8800"/>
          </a:p>
        </p:txBody>
      </p:sp>
      <p:sp>
        <p:nvSpPr>
          <p:cNvPr id="33" name="TextBox 32">
            <a:extLst>
              <a:ext uri="{FF2B5EF4-FFF2-40B4-BE49-F238E27FC236}">
                <a16:creationId xmlns:a16="http://schemas.microsoft.com/office/drawing/2014/main" id="{A0951093-9B1B-C527-F195-3A113969D6C2}"/>
              </a:ext>
            </a:extLst>
          </p:cNvPr>
          <p:cNvSpPr txBox="1"/>
          <p:nvPr/>
        </p:nvSpPr>
        <p:spPr>
          <a:xfrm>
            <a:off x="5168680" y="21826311"/>
            <a:ext cx="13368084" cy="3531736"/>
          </a:xfrm>
          <a:prstGeom prst="rect">
            <a:avLst/>
          </a:prstGeom>
          <a:noFill/>
        </p:spPr>
        <p:txBody>
          <a:bodyPr wrap="square" rtlCol="0">
            <a:spAutoFit/>
          </a:bodyPr>
          <a:lstStyle/>
          <a:p>
            <a:r>
              <a:rPr lang="en-GB" sz="2400">
                <a:latin typeface="Bahnschrift Condensed" panose="020B0502040204020203" pitchFamily="34" charset="0"/>
              </a:rPr>
              <a:t>6. Our Updated Model</a:t>
            </a:r>
          </a:p>
          <a:p>
            <a:r>
              <a:rPr lang="en-US" sz="1050"/>
              <a:t>To address the failures of direct ray-tracing at cosmological distances, we adopted the </a:t>
            </a:r>
            <a:r>
              <a:rPr lang="en-US" sz="1050" b="1"/>
              <a:t>thin lens approximation</a:t>
            </a:r>
            <a:r>
              <a:rPr lang="en-US" sz="1050"/>
              <a:t>, which replaces full ray-tracing with an analytically cleaner framework that naturally incorporates the expansion of the universe.</a:t>
            </a:r>
          </a:p>
          <a:p>
            <a:r>
              <a:rPr lang="en-US" sz="1050"/>
              <a:t>The key equation is the </a:t>
            </a:r>
            <a:r>
              <a:rPr lang="en-US" sz="1050" b="1"/>
              <a:t>lens equation</a:t>
            </a:r>
          </a:p>
          <a:p>
            <a:endParaRPr lang="en-US" sz="1050" b="1"/>
          </a:p>
          <a:p>
            <a:endParaRPr lang="en-US" sz="1050" b="1"/>
          </a:p>
          <a:p>
            <a:endParaRPr lang="en-US" sz="1050" b="1"/>
          </a:p>
          <a:p>
            <a:endParaRPr lang="en-US" sz="1050" b="1"/>
          </a:p>
          <a:p>
            <a:endParaRPr lang="en-US" sz="1050" b="1"/>
          </a:p>
          <a:p>
            <a:endParaRPr lang="en-US" sz="1050" b="1"/>
          </a:p>
          <a:p>
            <a:r>
              <a:rPr lang="en-US" sz="1050"/>
              <a:t>The cosmological expansion of the universe is captured through the ratio DLS/DSD_{LS}/D_S </a:t>
            </a:r>
            <a:r>
              <a:rPr lang="en-US" sz="1050">
                <a:effectLst/>
              </a:rPr>
              <a:t>DLS</a:t>
            </a:r>
            <a:r>
              <a:rPr lang="en-US" sz="1050"/>
              <a:t>​/</a:t>
            </a:r>
            <a:r>
              <a:rPr lang="en-US" sz="1050">
                <a:effectLst/>
              </a:rPr>
              <a:t>DS</a:t>
            </a:r>
            <a:r>
              <a:rPr lang="en-US" sz="1050"/>
              <a:t>​, which accounts for the non-Euclidean relationship between distances that invalidated our previous approach.</a:t>
            </a:r>
          </a:p>
          <a:p>
            <a:r>
              <a:rPr lang="en-US" sz="1050"/>
              <a:t>An Einstein Ring occurs when </a:t>
            </a:r>
            <a:r>
              <a:rPr lang="el-GR" sz="1050"/>
              <a:t>β=0\</a:t>
            </a:r>
            <a:r>
              <a:rPr lang="en-US" sz="1050"/>
              <a:t>beta = 0 </a:t>
            </a:r>
            <a:r>
              <a:rPr lang="el-GR" sz="1050">
                <a:effectLst/>
              </a:rPr>
              <a:t>β</a:t>
            </a:r>
            <a:r>
              <a:rPr lang="el-GR" sz="1050"/>
              <a:t>=0 — </a:t>
            </a:r>
            <a:r>
              <a:rPr lang="en-US" sz="1050"/>
              <a:t>the source lies perfectly behind the lens, so:</a:t>
            </a:r>
          </a:p>
          <a:p>
            <a:endParaRPr lang="en-GB" sz="1050"/>
          </a:p>
          <a:p>
            <a:r>
              <a:rPr lang="en-US" sz="1050"/>
              <a:t>To solve this, we note that as </a:t>
            </a:r>
            <a:r>
              <a:rPr lang="el-GR" sz="1050"/>
              <a:t>θ\</a:t>
            </a:r>
            <a:r>
              <a:rPr lang="en-US" sz="1050"/>
              <a:t>theta </a:t>
            </a:r>
            <a:r>
              <a:rPr lang="el-GR" sz="1050">
                <a:effectLst/>
              </a:rPr>
              <a:t>θ</a:t>
            </a:r>
            <a:r>
              <a:rPr lang="el-GR" sz="1050"/>
              <a:t> </a:t>
            </a:r>
            <a:r>
              <a:rPr lang="en-US" sz="1050"/>
              <a:t>increases, the light ray passes further from the lens and is deflected less, so </a:t>
            </a:r>
            <a:r>
              <a:rPr lang="el-GR" sz="1050"/>
              <a:t>α(θ)\</a:t>
            </a:r>
            <a:r>
              <a:rPr lang="en-US" sz="1050"/>
              <a:t>alpha(\theta) </a:t>
            </a:r>
            <a:r>
              <a:rPr lang="el-GR" sz="1050">
                <a:effectLst/>
              </a:rPr>
              <a:t>α</a:t>
            </a:r>
            <a:r>
              <a:rPr lang="el-GR" sz="1050"/>
              <a:t>(</a:t>
            </a:r>
            <a:r>
              <a:rPr lang="el-GR" sz="1050">
                <a:effectLst/>
              </a:rPr>
              <a:t>θ</a:t>
            </a:r>
            <a:r>
              <a:rPr lang="el-GR" sz="1050"/>
              <a:t>) </a:t>
            </a:r>
            <a:r>
              <a:rPr lang="en-US" sz="1050"/>
              <a:t>is strictly decreasing. This means </a:t>
            </a:r>
            <a:r>
              <a:rPr lang="el-GR" sz="1050"/>
              <a:t>β(θ)\</a:t>
            </a:r>
            <a:r>
              <a:rPr lang="en-US" sz="1050"/>
              <a:t>beta(\theta) </a:t>
            </a:r>
            <a:r>
              <a:rPr lang="el-GR" sz="1050">
                <a:effectLst/>
              </a:rPr>
              <a:t>β</a:t>
            </a:r>
            <a:r>
              <a:rPr lang="el-GR" sz="1050"/>
              <a:t>(</a:t>
            </a:r>
            <a:r>
              <a:rPr lang="el-GR" sz="1050">
                <a:effectLst/>
              </a:rPr>
              <a:t>θ</a:t>
            </a:r>
            <a:r>
              <a:rPr lang="el-GR" sz="1050"/>
              <a:t>) </a:t>
            </a:r>
            <a:r>
              <a:rPr lang="en-US" sz="1050"/>
              <a:t>is </a:t>
            </a:r>
            <a:r>
              <a:rPr lang="en-US" sz="1050" b="1"/>
              <a:t>strictly increasing</a:t>
            </a:r>
            <a:r>
              <a:rPr lang="en-US" sz="1050"/>
              <a:t> — it has exactly one root, which we can locate efficiently using binary search, for the same reasons as before.</a:t>
            </a:r>
          </a:p>
          <a:p>
            <a:r>
              <a:rPr lang="en-US" sz="1050"/>
              <a:t>[</a:t>
            </a:r>
            <a:r>
              <a:rPr lang="en-US" sz="1050" i="1"/>
              <a:t>Insert binary search diagram here</a:t>
            </a:r>
            <a:r>
              <a:rPr lang="en-US" sz="1050"/>
              <a:t>]</a:t>
            </a:r>
          </a:p>
          <a:p>
            <a:r>
              <a:rPr lang="en-US" sz="1050"/>
              <a:t>Our results using this updated model were significantly more consistent with observed Einstein Ring radii. Strikingly, accurate predictions required using the </a:t>
            </a:r>
            <a:r>
              <a:rPr lang="en-US" sz="1050" b="1"/>
              <a:t>total mass</a:t>
            </a:r>
            <a:r>
              <a:rPr lang="en-US" sz="1050"/>
              <a:t> of the lens galaxy — visible matter plus dark matter — rather than visible mass alone. Models using only visible mass systematically underpredicted the Einstein Ring radius, implying the presence of additional unseen mass.</a:t>
            </a:r>
          </a:p>
          <a:p>
            <a:r>
              <a:rPr lang="en-US" sz="1050"/>
              <a:t>[</a:t>
            </a:r>
            <a:r>
              <a:rPr lang="en-US" sz="1050" i="1"/>
              <a:t>Insert comparison graph here</a:t>
            </a:r>
            <a:r>
              <a:rPr lang="en-US" sz="1050"/>
              <a:t>]</a:t>
            </a:r>
          </a:p>
          <a:p>
            <a:r>
              <a:rPr lang="en-US" sz="1050"/>
              <a:t>This is a compelling independent line of evidence for the existence of </a:t>
            </a:r>
            <a:r>
              <a:rPr lang="en-US" sz="1050" b="1"/>
              <a:t>dark matter</a:t>
            </a:r>
            <a:r>
              <a:rPr lang="en-US" sz="1050"/>
              <a:t>.</a:t>
            </a:r>
          </a:p>
        </p:txBody>
      </p:sp>
      <p:pic>
        <p:nvPicPr>
          <p:cNvPr id="35" name="Picture 34" descr="The graph shows a comparison between actual data and a theoretical model of mass versus Einstein Radius Squared, indicating discrepancies at certain values.&#10;&#10;AI-generated content may be incorrect.">
            <a:extLst>
              <a:ext uri="{FF2B5EF4-FFF2-40B4-BE49-F238E27FC236}">
                <a16:creationId xmlns:a16="http://schemas.microsoft.com/office/drawing/2014/main" id="{8A264F36-B1C7-0037-8037-49B238B58F30}"/>
              </a:ext>
            </a:extLst>
          </p:cNvPr>
          <p:cNvPicPr>
            <a:picLocks noChangeAspect="1"/>
          </p:cNvPicPr>
          <p:nvPr/>
        </p:nvPicPr>
        <p:blipFill>
          <a:blip r:embed="rId5"/>
          <a:stretch>
            <a:fillRect/>
          </a:stretch>
        </p:blipFill>
        <p:spPr>
          <a:xfrm>
            <a:off x="371370" y="25878550"/>
            <a:ext cx="4872162" cy="3547865"/>
          </a:xfrm>
          <a:prstGeom prst="rect">
            <a:avLst/>
          </a:prstGeom>
        </p:spPr>
      </p:pic>
      <p:pic>
        <p:nvPicPr>
          <p:cNvPr id="37" name="Picture 36" descr="The diagram is a residual plot showing the difference between actual and predicted values (Einstein radius) with error bands, indicating the presence of systematic error in the model.&#10;&#10;AI-generated content may be incorrect.">
            <a:extLst>
              <a:ext uri="{FF2B5EF4-FFF2-40B4-BE49-F238E27FC236}">
                <a16:creationId xmlns:a16="http://schemas.microsoft.com/office/drawing/2014/main" id="{AFBD3EBA-7088-EB6A-EF96-6D0ECE3A6123}"/>
              </a:ext>
            </a:extLst>
          </p:cNvPr>
          <p:cNvPicPr>
            <a:picLocks noChangeAspect="1"/>
          </p:cNvPicPr>
          <p:nvPr/>
        </p:nvPicPr>
        <p:blipFill>
          <a:blip r:embed="rId6"/>
          <a:stretch>
            <a:fillRect/>
          </a:stretch>
        </p:blipFill>
        <p:spPr>
          <a:xfrm>
            <a:off x="5362245" y="26432432"/>
            <a:ext cx="5813634" cy="2868468"/>
          </a:xfrm>
          <a:prstGeom prst="rect">
            <a:avLst/>
          </a:prstGeom>
        </p:spPr>
      </p:pic>
      <p:sp>
        <p:nvSpPr>
          <p:cNvPr id="38" name="TextBox 37">
            <a:extLst>
              <a:ext uri="{FF2B5EF4-FFF2-40B4-BE49-F238E27FC236}">
                <a16:creationId xmlns:a16="http://schemas.microsoft.com/office/drawing/2014/main" id="{D4528B17-D4DB-23F2-AEFE-5CE455FC293A}"/>
              </a:ext>
            </a:extLst>
          </p:cNvPr>
          <p:cNvSpPr txBox="1"/>
          <p:nvPr/>
        </p:nvSpPr>
        <p:spPr>
          <a:xfrm>
            <a:off x="11441179" y="26590653"/>
            <a:ext cx="2514468" cy="2123658"/>
          </a:xfrm>
          <a:prstGeom prst="rect">
            <a:avLst/>
          </a:prstGeom>
          <a:noFill/>
        </p:spPr>
        <p:txBody>
          <a:bodyPr wrap="square" rtlCol="0">
            <a:spAutoFit/>
          </a:bodyPr>
          <a:lstStyle/>
          <a:p>
            <a:r>
              <a:rPr lang="en-GB" sz="1200">
                <a:latin typeface="Bahnschrift Condensed" panose="020B0502040204020203" pitchFamily="34" charset="0"/>
              </a:rPr>
              <a:t>However, as can be seen here, there is still a very small systematic error in the model, which is causing it to overestimate the radii of the rings.</a:t>
            </a:r>
          </a:p>
          <a:p>
            <a:endParaRPr lang="en-GB" sz="1200">
              <a:latin typeface="Bahnschrift Condensed" panose="020B0502040204020203" pitchFamily="34" charset="0"/>
            </a:endParaRPr>
          </a:p>
          <a:p>
            <a:r>
              <a:rPr lang="en-GB" sz="1200">
                <a:latin typeface="Bahnschrift Condensed" panose="020B0502040204020203" pitchFamily="34" charset="0"/>
              </a:rPr>
              <a:t>Our final model was very reliable:</a:t>
            </a:r>
          </a:p>
          <a:p>
            <a:r>
              <a:rPr lang="en-GB" sz="1200">
                <a:latin typeface="Bahnschrift Condensed" panose="020B0502040204020203" pitchFamily="34" charset="0"/>
              </a:rPr>
              <a:t>R-Squared: 0.9980 (Closer to 1.0 is better)</a:t>
            </a:r>
          </a:p>
          <a:p>
            <a:r>
              <a:rPr lang="en-GB" sz="1200">
                <a:latin typeface="Bahnschrift Condensed" panose="020B0502040204020203" pitchFamily="34" charset="0"/>
              </a:rPr>
              <a:t>MAPE: 1.52% (Average % error)</a:t>
            </a:r>
          </a:p>
          <a:p>
            <a:r>
              <a:rPr lang="en-GB" sz="1200">
                <a:latin typeface="Bahnschrift Condensed" panose="020B0502040204020203" pitchFamily="34" charset="0"/>
              </a:rPr>
              <a:t>RMSE: 0.0649 kpc</a:t>
            </a:r>
          </a:p>
          <a:p>
            <a:r>
              <a:rPr lang="en-GB" sz="1200">
                <a:latin typeface="Bahnschrift Condensed" panose="020B0502040204020203" pitchFamily="34" charset="0"/>
              </a:rPr>
              <a:t>MAE: 0.0598 kpc</a:t>
            </a:r>
          </a:p>
          <a:p>
            <a:endParaRPr lang="en-GB" sz="1200">
              <a:latin typeface="Bahnschrift Condensed" panose="020B0502040204020203" pitchFamily="34" charset="0"/>
            </a:endParaRPr>
          </a:p>
        </p:txBody>
      </p:sp>
      <p:pic>
        <p:nvPicPr>
          <p:cNvPr id="42" name="Picture 41" descr="The image is a scatter plot showing the difference between actual and predicted Einstein radii, with an error band indicating the uncertainty in predictions.&#10;&#10;AI-generated content may be incorrect.">
            <a:extLst>
              <a:ext uri="{FF2B5EF4-FFF2-40B4-BE49-F238E27FC236}">
                <a16:creationId xmlns:a16="http://schemas.microsoft.com/office/drawing/2014/main" id="{919326A7-D80C-9317-1582-D5C6D648C599}"/>
              </a:ext>
            </a:extLst>
          </p:cNvPr>
          <p:cNvPicPr>
            <a:picLocks noChangeAspect="1"/>
          </p:cNvPicPr>
          <p:nvPr/>
        </p:nvPicPr>
        <p:blipFill>
          <a:blip r:embed="rId7"/>
          <a:stretch>
            <a:fillRect/>
          </a:stretch>
        </p:blipFill>
        <p:spPr>
          <a:xfrm>
            <a:off x="2739500" y="19377490"/>
            <a:ext cx="2570432" cy="1713621"/>
          </a:xfrm>
          <a:prstGeom prst="rect">
            <a:avLst/>
          </a:prstGeom>
        </p:spPr>
      </p:pic>
      <p:sp>
        <p:nvSpPr>
          <p:cNvPr id="2" name="TextBox 1">
            <a:extLst>
              <a:ext uri="{FF2B5EF4-FFF2-40B4-BE49-F238E27FC236}">
                <a16:creationId xmlns:a16="http://schemas.microsoft.com/office/drawing/2014/main" id="{B09AA8A5-F281-1D94-8922-517A276F0444}"/>
              </a:ext>
            </a:extLst>
          </p:cNvPr>
          <p:cNvSpPr txBox="1"/>
          <p:nvPr/>
        </p:nvSpPr>
        <p:spPr>
          <a:xfrm>
            <a:off x="969619" y="5876970"/>
            <a:ext cx="285753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U guys must understand this !!!!</a:t>
            </a:r>
          </a:p>
        </p:txBody>
      </p:sp>
      <p:sp>
        <p:nvSpPr>
          <p:cNvPr id="45" name="TextBox 44">
            <a:extLst>
              <a:ext uri="{FF2B5EF4-FFF2-40B4-BE49-F238E27FC236}">
                <a16:creationId xmlns:a16="http://schemas.microsoft.com/office/drawing/2014/main" id="{975D02E1-796B-5E5D-4647-8DC3A550C527}"/>
              </a:ext>
            </a:extLst>
          </p:cNvPr>
          <p:cNvSpPr txBox="1"/>
          <p:nvPr/>
        </p:nvSpPr>
        <p:spPr>
          <a:xfrm>
            <a:off x="2905727" y="20968819"/>
            <a:ext cx="2474808" cy="830997"/>
          </a:xfrm>
          <a:prstGeom prst="rect">
            <a:avLst/>
          </a:prstGeom>
          <a:noFill/>
        </p:spPr>
        <p:txBody>
          <a:bodyPr wrap="square" rtlCol="0">
            <a:spAutoFit/>
          </a:bodyPr>
          <a:lstStyle/>
          <a:p>
            <a:r>
              <a:rPr lang="en-GB" sz="1200">
                <a:latin typeface="Bahnschrift Condensed" panose="020B0502040204020203" pitchFamily="34" charset="0"/>
              </a:rPr>
              <a:t>This model was not very reliable:</a:t>
            </a:r>
          </a:p>
          <a:p>
            <a:r>
              <a:rPr lang="en-GB" sz="1200">
                <a:latin typeface="Bahnschrift Condensed" panose="020B0502040204020203" pitchFamily="34" charset="0"/>
              </a:rPr>
              <a:t>R-Squared: 0.8494 (Closer to 1.0 is better)</a:t>
            </a:r>
          </a:p>
          <a:p>
            <a:r>
              <a:rPr lang="en-GB" sz="1200">
                <a:latin typeface="Bahnschrift Condensed" panose="020B0502040204020203" pitchFamily="34" charset="0"/>
              </a:rPr>
              <a:t>MAPE: 9.62% (Average % error)</a:t>
            </a:r>
          </a:p>
          <a:p>
            <a:r>
              <a:rPr lang="en-GB" sz="1200">
                <a:latin typeface="Bahnschrift Condensed" panose="020B0502040204020203" pitchFamily="34" charset="0"/>
              </a:rPr>
              <a:t>RMSE: 0.5611 kpc</a:t>
            </a:r>
          </a:p>
        </p:txBody>
      </p:sp>
      <p:sp>
        <p:nvSpPr>
          <p:cNvPr id="47" name="TextBox 46">
            <a:extLst>
              <a:ext uri="{FF2B5EF4-FFF2-40B4-BE49-F238E27FC236}">
                <a16:creationId xmlns:a16="http://schemas.microsoft.com/office/drawing/2014/main" id="{FFD63CE1-4847-002C-9403-DE444410FAB0}"/>
              </a:ext>
            </a:extLst>
          </p:cNvPr>
          <p:cNvSpPr txBox="1"/>
          <p:nvPr/>
        </p:nvSpPr>
        <p:spPr>
          <a:xfrm>
            <a:off x="969619" y="21166185"/>
            <a:ext cx="982612" cy="646331"/>
          </a:xfrm>
          <a:prstGeom prst="rect">
            <a:avLst/>
          </a:prstGeom>
          <a:noFill/>
        </p:spPr>
        <p:txBody>
          <a:bodyPr wrap="square" rtlCol="0">
            <a:spAutoFit/>
          </a:bodyPr>
          <a:lstStyle/>
          <a:p>
            <a:r>
              <a:rPr lang="en-GB" sz="1200">
                <a:latin typeface="Bahnschrift Condensed" panose="020B0502040204020203" pitchFamily="34" charset="0"/>
              </a:rPr>
              <a:t>There is a clear systematic error</a:t>
            </a:r>
          </a:p>
        </p:txBody>
      </p:sp>
      <p:pic>
        <p:nvPicPr>
          <p:cNvPr id="49" name="Picture 48" descr="Classroom Aid - Equivalence Principle xx">
            <a:extLst>
              <a:ext uri="{FF2B5EF4-FFF2-40B4-BE49-F238E27FC236}">
                <a16:creationId xmlns:a16="http://schemas.microsoft.com/office/drawing/2014/main" id="{887F78FC-D310-A235-D10D-8CE7AF27F4D2}"/>
              </a:ext>
            </a:extLst>
          </p:cNvPr>
          <p:cNvPicPr>
            <a:picLocks noChangeAspect="1"/>
          </p:cNvPicPr>
          <p:nvPr/>
        </p:nvPicPr>
        <p:blipFill>
          <a:blip r:embed="rId8"/>
          <a:srcRect l="49904" t="1112" r="-194" b="-76"/>
          <a:stretch>
            <a:fillRect/>
          </a:stretch>
        </p:blipFill>
        <p:spPr>
          <a:xfrm>
            <a:off x="799948" y="3674850"/>
            <a:ext cx="1957703" cy="2214700"/>
          </a:xfrm>
          <a:prstGeom prst="rect">
            <a:avLst/>
          </a:prstGeom>
        </p:spPr>
      </p:pic>
      <p:sp>
        <p:nvSpPr>
          <p:cNvPr id="55" name="TextBox 54">
            <a:extLst>
              <a:ext uri="{FF2B5EF4-FFF2-40B4-BE49-F238E27FC236}">
                <a16:creationId xmlns:a16="http://schemas.microsoft.com/office/drawing/2014/main" id="{A96EF8EF-130A-1DE7-DBD5-952BCB6CFA5A}"/>
              </a:ext>
            </a:extLst>
          </p:cNvPr>
          <p:cNvSpPr txBox="1"/>
          <p:nvPr/>
        </p:nvSpPr>
        <p:spPr>
          <a:xfrm>
            <a:off x="6128157" y="7225236"/>
            <a:ext cx="10456767" cy="232459"/>
          </a:xfrm>
          <a:prstGeom prst="rect">
            <a:avLst/>
          </a:prstGeom>
          <a:noFill/>
        </p:spPr>
        <p:txBody>
          <a:bodyPr wrap="square">
            <a:spAutoFit/>
          </a:bodyPr>
          <a:lstStyle/>
          <a:p>
            <a:endParaRPr lang="en-GB"/>
          </a:p>
        </p:txBody>
      </p:sp>
      <p:pic>
        <p:nvPicPr>
          <p:cNvPr id="4" name="Picture 3" descr="Gravitational lens - Wikipedia">
            <a:extLst>
              <a:ext uri="{FF2B5EF4-FFF2-40B4-BE49-F238E27FC236}">
                <a16:creationId xmlns:a16="http://schemas.microsoft.com/office/drawing/2014/main" id="{A8EF6615-B11B-2EAC-823B-F036CA4CCB59}"/>
              </a:ext>
            </a:extLst>
          </p:cNvPr>
          <p:cNvPicPr>
            <a:picLocks noChangeAspect="1"/>
          </p:cNvPicPr>
          <p:nvPr/>
        </p:nvPicPr>
        <p:blipFill>
          <a:blip r:embed="rId9"/>
          <a:srcRect l="27775" t="20678" r="33952" b="15052"/>
          <a:stretch>
            <a:fillRect/>
          </a:stretch>
        </p:blipFill>
        <p:spPr>
          <a:xfrm>
            <a:off x="4735748" y="4034109"/>
            <a:ext cx="1725100" cy="1927671"/>
          </a:xfrm>
          <a:prstGeom prst="rect">
            <a:avLst/>
          </a:prstGeom>
        </p:spPr>
      </p:pic>
      <p:sp>
        <p:nvSpPr>
          <p:cNvPr id="8" name="TextBox 7">
            <a:extLst>
              <a:ext uri="{FF2B5EF4-FFF2-40B4-BE49-F238E27FC236}">
                <a16:creationId xmlns:a16="http://schemas.microsoft.com/office/drawing/2014/main" id="{557C8F2F-F279-B593-174E-88537DF1DE3D}"/>
              </a:ext>
            </a:extLst>
          </p:cNvPr>
          <p:cNvSpPr txBox="1"/>
          <p:nvPr/>
        </p:nvSpPr>
        <p:spPr>
          <a:xfrm>
            <a:off x="3719783" y="5903502"/>
            <a:ext cx="522343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Question 1: imagine you're in an elevator moving at constant velocity. In your frame of reference, light follows a straight path…</a:t>
            </a:r>
          </a:p>
        </p:txBody>
      </p:sp>
      <p:pic>
        <p:nvPicPr>
          <p:cNvPr id="10" name="Picture 9">
            <a:extLst>
              <a:ext uri="{FF2B5EF4-FFF2-40B4-BE49-F238E27FC236}">
                <a16:creationId xmlns:a16="http://schemas.microsoft.com/office/drawing/2014/main" id="{5FFB4FEF-D888-1292-D9B2-7A1DA896682A}"/>
              </a:ext>
            </a:extLst>
          </p:cNvPr>
          <p:cNvPicPr>
            <a:picLocks noChangeAspect="1"/>
          </p:cNvPicPr>
          <p:nvPr/>
        </p:nvPicPr>
        <p:blipFill>
          <a:blip r:embed="rId10"/>
          <a:stretch>
            <a:fillRect/>
          </a:stretch>
        </p:blipFill>
        <p:spPr>
          <a:xfrm>
            <a:off x="2756792" y="3671895"/>
            <a:ext cx="1734527" cy="2256232"/>
          </a:xfrm>
          <a:prstGeom prst="rect">
            <a:avLst/>
          </a:prstGeom>
        </p:spPr>
      </p:pic>
      <p:sp>
        <p:nvSpPr>
          <p:cNvPr id="34" name="Rectangle: Rounded Corners 19">
            <a:extLst>
              <a:ext uri="{FF2B5EF4-FFF2-40B4-BE49-F238E27FC236}">
                <a16:creationId xmlns:a16="http://schemas.microsoft.com/office/drawing/2014/main" id="{FD594BAB-181C-7617-A955-74ABCDD61687}"/>
              </a:ext>
            </a:extLst>
          </p:cNvPr>
          <p:cNvSpPr/>
          <p:nvPr/>
        </p:nvSpPr>
        <p:spPr>
          <a:xfrm>
            <a:off x="10699777" y="7312000"/>
            <a:ext cx="9703016" cy="3705878"/>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36" name="TextBox 35">
            <a:extLst>
              <a:ext uri="{FF2B5EF4-FFF2-40B4-BE49-F238E27FC236}">
                <a16:creationId xmlns:a16="http://schemas.microsoft.com/office/drawing/2014/main" id="{DDD9D4E2-14D0-6540-35B2-9A08BDFBAF16}"/>
              </a:ext>
            </a:extLst>
          </p:cNvPr>
          <p:cNvSpPr txBox="1"/>
          <p:nvPr/>
        </p:nvSpPr>
        <p:spPr>
          <a:xfrm>
            <a:off x="11106501" y="7551856"/>
            <a:ext cx="9058109" cy="3046988"/>
          </a:xfrm>
          <a:prstGeom prst="rect">
            <a:avLst/>
          </a:prstGeom>
          <a:noFill/>
        </p:spPr>
        <p:txBody>
          <a:bodyPr wrap="square" lIns="91440" tIns="45720" rIns="91440" bIns="45720" rtlCol="0" anchor="t">
            <a:spAutoFit/>
          </a:bodyPr>
          <a:lstStyle/>
          <a:p>
            <a:r>
              <a:rPr lang="en-GB" sz="2400">
                <a:latin typeface="Bahnschrift Condensed"/>
              </a:rPr>
              <a:t>4</a:t>
            </a:r>
            <a:r>
              <a:rPr lang="en-GB" sz="1400">
                <a:latin typeface="Bahnschrift Condensed"/>
              </a:rPr>
              <a:t>. Theory: RK4 [SELF NOTE: make this go after binary search, binary search ray tracing motivates use of RK4. Also raytracing needs to be explained]</a:t>
            </a:r>
            <a:endParaRPr lang="en-US" sz="1400">
              <a:ea typeface="+mn-lt"/>
              <a:cs typeface="+mn-lt"/>
            </a:endParaRPr>
          </a:p>
          <a:p>
            <a:r>
              <a:rPr lang="en-US" sz="1200"/>
              <a:t>But how would we figure out the path that the light takes out of the telescope? The answer is to use the differential equations governing the light’s motion!</a:t>
            </a:r>
          </a:p>
          <a:p>
            <a:r>
              <a:rPr lang="en-US" sz="1200"/>
              <a:t>Differential equations are the mathematics that encode the secrets of the universe. They describe how temperature diffuses through metal, how perfume spreads through air, and in our case, how light bends around a galaxy.</a:t>
            </a:r>
          </a:p>
          <a:p>
            <a:r>
              <a:rPr lang="en-US" sz="1200"/>
              <a:t>However, differential equations only describe how things </a:t>
            </a:r>
            <a:r>
              <a:rPr lang="en-US" sz="1200" i="1"/>
              <a:t>change</a:t>
            </a:r>
            <a:r>
              <a:rPr lang="en-US" sz="1200"/>
              <a:t> — not what the answer actually is. Sometimes the way things change is so complicated that no closed-form solution exists, or if one does exist, it can't be written in terms of functions you and I are familiar with.</a:t>
            </a:r>
          </a:p>
          <a:p>
            <a:r>
              <a:rPr lang="en-US" sz="1200"/>
              <a:t>In our case, the equation describing light's motion around a mass does have an exact solution — but it comes out as a series of elliptic integrals, which are notoriously difficult to evaluate accurately. So while the solution exists on paper, it isn't practical to use.</a:t>
            </a:r>
          </a:p>
          <a:p>
            <a:r>
              <a:rPr lang="en-US" sz="1200"/>
              <a:t>The workaround is numerical integration. The intuition is simple: if you know how something is changing at an instant, you can make a small step forward in time and estimate where it ends up. Repeat that millions of times and you trace out the full trajectory. The naive version of this — just computing dv = </a:t>
            </a:r>
            <a:r>
              <a:rPr lang="en-US" sz="1200" err="1"/>
              <a:t>a·dt</a:t>
            </a:r>
            <a:r>
              <a:rPr lang="en-US" sz="1200"/>
              <a:t> and dx = </a:t>
            </a:r>
            <a:r>
              <a:rPr lang="en-US" sz="1200" err="1"/>
              <a:t>v·dt</a:t>
            </a:r>
            <a:r>
              <a:rPr lang="en-US" sz="1200"/>
              <a:t> = a * dt^2 — accumulates errors quickly. The </a:t>
            </a:r>
            <a:r>
              <a:rPr lang="en-US" sz="1200" b="1"/>
              <a:t>RK4 method</a:t>
            </a:r>
            <a:r>
              <a:rPr lang="en-US" sz="1200"/>
              <a:t> fixes this by being cleverer about </a:t>
            </a:r>
            <a:r>
              <a:rPr lang="en-US" sz="1200" i="1"/>
              <a:t>which</a:t>
            </a:r>
            <a:r>
              <a:rPr lang="en-US" sz="1200"/>
              <a:t> estimate of the gradient to use at each step, achieving much higher accuracy for the same computational cost.</a:t>
            </a:r>
          </a:p>
          <a:p>
            <a:endParaRPr lang="en-US" sz="1200"/>
          </a:p>
        </p:txBody>
      </p:sp>
      <p:pic>
        <p:nvPicPr>
          <p:cNvPr id="39" name="Picture 38">
            <a:extLst>
              <a:ext uri="{FF2B5EF4-FFF2-40B4-BE49-F238E27FC236}">
                <a16:creationId xmlns:a16="http://schemas.microsoft.com/office/drawing/2014/main" id="{7BB30201-A03C-D2FE-D2C7-E73A66CF9DFF}"/>
              </a:ext>
            </a:extLst>
          </p:cNvPr>
          <p:cNvPicPr>
            <a:picLocks noChangeAspect="1"/>
          </p:cNvPicPr>
          <p:nvPr/>
        </p:nvPicPr>
        <p:blipFill>
          <a:blip r:embed="rId11"/>
          <a:stretch>
            <a:fillRect/>
          </a:stretch>
        </p:blipFill>
        <p:spPr>
          <a:xfrm>
            <a:off x="11175879" y="10519606"/>
            <a:ext cx="3849073" cy="1083502"/>
          </a:xfrm>
          <a:prstGeom prst="rect">
            <a:avLst/>
          </a:prstGeom>
        </p:spPr>
      </p:pic>
      <p:pic>
        <p:nvPicPr>
          <p:cNvPr id="41" name="Picture 40">
            <a:extLst>
              <a:ext uri="{FF2B5EF4-FFF2-40B4-BE49-F238E27FC236}">
                <a16:creationId xmlns:a16="http://schemas.microsoft.com/office/drawing/2014/main" id="{2B469127-68DB-9FDF-A626-576588A89B0C}"/>
              </a:ext>
            </a:extLst>
          </p:cNvPr>
          <p:cNvPicPr>
            <a:picLocks noChangeAspect="1"/>
          </p:cNvPicPr>
          <p:nvPr/>
        </p:nvPicPr>
        <p:blipFill>
          <a:blip r:embed="rId12"/>
          <a:stretch>
            <a:fillRect/>
          </a:stretch>
        </p:blipFill>
        <p:spPr>
          <a:xfrm>
            <a:off x="15171385" y="10430254"/>
            <a:ext cx="3671473" cy="1485837"/>
          </a:xfrm>
          <a:prstGeom prst="rect">
            <a:avLst/>
          </a:prstGeom>
        </p:spPr>
      </p:pic>
      <p:sp>
        <p:nvSpPr>
          <p:cNvPr id="44" name="TextBox 43">
            <a:extLst>
              <a:ext uri="{FF2B5EF4-FFF2-40B4-BE49-F238E27FC236}">
                <a16:creationId xmlns:a16="http://schemas.microsoft.com/office/drawing/2014/main" id="{42FCC54E-260D-FB62-1EBD-BB0A0C7896F4}"/>
              </a:ext>
            </a:extLst>
          </p:cNvPr>
          <p:cNvSpPr txBox="1"/>
          <p:nvPr/>
        </p:nvSpPr>
        <p:spPr>
          <a:xfrm>
            <a:off x="11322312" y="11510197"/>
            <a:ext cx="4178742" cy="600164"/>
          </a:xfrm>
          <a:prstGeom prst="rect">
            <a:avLst/>
          </a:prstGeom>
          <a:noFill/>
        </p:spPr>
        <p:txBody>
          <a:bodyPr wrap="square" rtlCol="0">
            <a:spAutoFit/>
          </a:bodyPr>
          <a:lstStyle/>
          <a:p>
            <a:r>
              <a:rPr lang="en-US" sz="1100"/>
              <a:t>Fig []</a:t>
            </a:r>
          </a:p>
          <a:p>
            <a:r>
              <a:rPr lang="en-US" sz="1100"/>
              <a:t>The differential equation describing</a:t>
            </a:r>
          </a:p>
          <a:p>
            <a:r>
              <a:rPr lang="en-US" sz="1100"/>
              <a:t>The </a:t>
            </a:r>
            <a:r>
              <a:rPr lang="en-US" sz="1100" err="1"/>
              <a:t>moiton</a:t>
            </a:r>
            <a:r>
              <a:rPr lang="en-US" sz="1100"/>
              <a:t> of light around a black hole</a:t>
            </a:r>
          </a:p>
        </p:txBody>
      </p:sp>
      <p:sp>
        <p:nvSpPr>
          <p:cNvPr id="50" name="Rectangle: Rounded Corners 19">
            <a:extLst>
              <a:ext uri="{FF2B5EF4-FFF2-40B4-BE49-F238E27FC236}">
                <a16:creationId xmlns:a16="http://schemas.microsoft.com/office/drawing/2014/main" id="{6576B728-BC1E-788C-549A-30F3833CFAA8}"/>
              </a:ext>
            </a:extLst>
          </p:cNvPr>
          <p:cNvSpPr/>
          <p:nvPr/>
        </p:nvSpPr>
        <p:spPr>
          <a:xfrm>
            <a:off x="301668" y="7085100"/>
            <a:ext cx="9703016" cy="3705878"/>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52" name="TextBox 51">
            <a:extLst>
              <a:ext uri="{FF2B5EF4-FFF2-40B4-BE49-F238E27FC236}">
                <a16:creationId xmlns:a16="http://schemas.microsoft.com/office/drawing/2014/main" id="{49EA3C47-F246-0203-CE5B-9CD2CCE15C72}"/>
              </a:ext>
            </a:extLst>
          </p:cNvPr>
          <p:cNvSpPr txBox="1"/>
          <p:nvPr/>
        </p:nvSpPr>
        <p:spPr>
          <a:xfrm>
            <a:off x="451602" y="7324956"/>
            <a:ext cx="9314899" cy="2215991"/>
          </a:xfrm>
          <a:prstGeom prst="rect">
            <a:avLst/>
          </a:prstGeom>
          <a:noFill/>
        </p:spPr>
        <p:txBody>
          <a:bodyPr wrap="square" lIns="91440" tIns="45720" rIns="91440" bIns="45720" rtlCol="0" anchor="t">
            <a:spAutoFit/>
          </a:bodyPr>
          <a:lstStyle/>
          <a:p>
            <a:r>
              <a:rPr lang="en-US" sz="1050" b="1"/>
              <a:t>3. Why are we emitting light rays from Earth and seeing where they land on the galaxy, rather than emitting light the source galaxy and seeing where they land on earth?</a:t>
            </a:r>
            <a:endParaRPr lang="en-US" sz="1050"/>
          </a:p>
          <a:p>
            <a:r>
              <a:rPr lang="en-US" sz="1050"/>
              <a:t>Because light rays are time-reversible — the path a ray takes from A to B is identical to the path it would take from B to A. We can exploit this. Rather than asking "which rays leaving the galaxy eventually reach Earth?", we instead ask “if a light ray has reached earth, where are the only places it could have come from?”</a:t>
            </a:r>
          </a:p>
          <a:p>
            <a:endParaRPr lang="en-US" sz="1050"/>
          </a:p>
          <a:p>
            <a:r>
              <a:rPr lang="en-US" sz="1050"/>
              <a:t>To see why, picture a telescope on Earth with an infinitesimally narrow field of view, accepting only light arriving at angle </a:t>
            </a:r>
            <a:r>
              <a:rPr lang="el-GR" sz="1050"/>
              <a:t>θ\</a:t>
            </a:r>
            <a:r>
              <a:rPr lang="en-US" sz="1050"/>
              <a:t>theta </a:t>
            </a:r>
            <a:r>
              <a:rPr lang="el-GR" sz="1050">
                <a:effectLst/>
              </a:rPr>
              <a:t>θ</a:t>
            </a:r>
            <a:r>
              <a:rPr lang="el-GR" sz="1050"/>
              <a:t> </a:t>
            </a:r>
            <a:r>
              <a:rPr lang="en-US" sz="1050"/>
              <a:t>to the vertical. We can find the only places that that light beam could have originated from by tracing a ray *outward* from Earth at angle </a:t>
            </a:r>
            <a:r>
              <a:rPr lang="el-GR" sz="1050"/>
              <a:t>θ\</a:t>
            </a:r>
            <a:r>
              <a:rPr lang="en-US" sz="1050"/>
              <a:t>theta </a:t>
            </a:r>
            <a:r>
              <a:rPr lang="el-GR" sz="1050">
                <a:effectLst/>
              </a:rPr>
              <a:t>θ</a:t>
            </a:r>
            <a:r>
              <a:rPr lang="el-GR" sz="1050"/>
              <a:t> </a:t>
            </a:r>
            <a:r>
              <a:rPr lang="en-US" sz="1050"/>
              <a:t>and follow it. This is physically equivalent to running time in reverse: we are giving the light beam -1 times its velocity at that instant and following its path back in time!</a:t>
            </a:r>
          </a:p>
          <a:p>
            <a:endParaRPr lang="en-US" sz="1050"/>
          </a:p>
          <a:p>
            <a:r>
              <a:rPr lang="en-US" sz="1050"/>
              <a:t>The computational saving is dramatic. For 70 Einstein Ring systems at 20 rays each, </a:t>
            </a:r>
            <a:r>
              <a:rPr lang="en-US" sz="1050" err="1"/>
              <a:t>Leiyi’s</a:t>
            </a:r>
            <a:r>
              <a:rPr lang="en-US" sz="1050"/>
              <a:t> 1800 pound </a:t>
            </a:r>
            <a:r>
              <a:rPr lang="en-US" sz="1050" err="1"/>
              <a:t>macbook</a:t>
            </a:r>
            <a:r>
              <a:rPr lang="en-US" sz="1050"/>
              <a:t> pro took 40 minutes. Granted his </a:t>
            </a:r>
            <a:r>
              <a:rPr lang="en-US" sz="1050" err="1"/>
              <a:t>macbook</a:t>
            </a:r>
            <a:r>
              <a:rPr lang="en-US" sz="1050"/>
              <a:t> wasn’t using all of its computational power, to nonetheless achieve the same precision by emitting rays *from* the source galaxy instead would require 2^20 rays per system instead of 20. This would increase the computation time to an estimated 4 years and 32 days!</a:t>
            </a:r>
          </a:p>
          <a:p>
            <a:endParaRPr lang="en-US" sz="1200"/>
          </a:p>
        </p:txBody>
      </p:sp>
      <p:pic>
        <p:nvPicPr>
          <p:cNvPr id="1026" name="Picture 2" descr="NVIDIA Turing GeForce RTX Technology &amp; Architecture - Introduction to Ray  Tracing &amp; Rasterization | TechPowerUp">
            <a:extLst>
              <a:ext uri="{FF2B5EF4-FFF2-40B4-BE49-F238E27FC236}">
                <a16:creationId xmlns:a16="http://schemas.microsoft.com/office/drawing/2014/main" id="{60440EF1-3988-032F-C435-2D777BB52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1690" y="9611547"/>
            <a:ext cx="2594453" cy="1816117"/>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Rounded Corners 19">
            <a:extLst>
              <a:ext uri="{FF2B5EF4-FFF2-40B4-BE49-F238E27FC236}">
                <a16:creationId xmlns:a16="http://schemas.microsoft.com/office/drawing/2014/main" id="{E38C5B37-DA50-A17A-B542-44DD961CBE08}"/>
              </a:ext>
            </a:extLst>
          </p:cNvPr>
          <p:cNvSpPr/>
          <p:nvPr/>
        </p:nvSpPr>
        <p:spPr>
          <a:xfrm>
            <a:off x="301668" y="12221859"/>
            <a:ext cx="9703016" cy="3705878"/>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58" name="TextBox 57">
            <a:extLst>
              <a:ext uri="{FF2B5EF4-FFF2-40B4-BE49-F238E27FC236}">
                <a16:creationId xmlns:a16="http://schemas.microsoft.com/office/drawing/2014/main" id="{E82A9F8C-E9B9-25A3-0EB7-DDFB186AE335}"/>
              </a:ext>
            </a:extLst>
          </p:cNvPr>
          <p:cNvSpPr txBox="1"/>
          <p:nvPr/>
        </p:nvSpPr>
        <p:spPr>
          <a:xfrm>
            <a:off x="419373" y="12458513"/>
            <a:ext cx="7115636" cy="1892826"/>
          </a:xfrm>
          <a:prstGeom prst="rect">
            <a:avLst/>
          </a:prstGeom>
          <a:noFill/>
        </p:spPr>
        <p:txBody>
          <a:bodyPr wrap="square" lIns="91440" tIns="45720" rIns="91440" bIns="45720" rtlCol="0" anchor="t">
            <a:spAutoFit/>
          </a:bodyPr>
          <a:lstStyle/>
          <a:p>
            <a:r>
              <a:rPr lang="en-US" sz="1050" b="1"/>
              <a:t>5. Prong 1: 1.75 arcseconds</a:t>
            </a:r>
            <a:endParaRPr lang="en-US" sz="1050"/>
          </a:p>
          <a:p>
            <a:r>
              <a:rPr lang="en-US" sz="1050"/>
              <a:t>In 1919, Einstein made a striking numerical prediction: a light ray that just barely grazes the surface of the Sun would be deflected by exactly </a:t>
            </a:r>
            <a:r>
              <a:rPr lang="en-US" sz="1050" b="1"/>
              <a:t>1.75 arcseconds</a:t>
            </a:r>
            <a:r>
              <a:rPr lang="en-US" sz="1050"/>
              <a:t> (0.000486°). Reproducing this result computationally is an ideal first test of our ray-tracing method.</a:t>
            </a:r>
          </a:p>
          <a:p>
            <a:endParaRPr lang="en-US" sz="1050"/>
          </a:p>
          <a:p>
            <a:r>
              <a:rPr lang="en-US" sz="1050"/>
              <a:t>Recall that the equation governing light trajectory around mass is [insert equation]. RK4 can only be applied on first order equations. Since this is a second order differential equation, we would need to introduce a new variable </a:t>
            </a:r>
            <a:r>
              <a:rPr lang="en-US" sz="1050" err="1"/>
              <a:t>dU</a:t>
            </a:r>
            <a:r>
              <a:rPr lang="en-US" sz="1050"/>
              <a:t>/</a:t>
            </a:r>
            <a:r>
              <a:rPr lang="en-US" sz="1050" err="1"/>
              <a:t>dPhi</a:t>
            </a:r>
            <a:r>
              <a:rPr lang="en-US" sz="1050"/>
              <a:t> to break the equation down into 2 first order equations, and then apply RK4 twice.</a:t>
            </a:r>
          </a:p>
          <a:p>
            <a:r>
              <a:rPr lang="en-US" sz="1050"/>
              <a:t>Both can now be stepped through simultaneously by RK4, provided we supply initial values of </a:t>
            </a:r>
            <a:r>
              <a:rPr lang="el-GR" sz="1050" err="1"/>
              <a:t>ϕ</a:t>
            </a:r>
            <a:r>
              <a:rPr lang="en-US" sz="1050"/>
              <a:t>, u, and w </a:t>
            </a:r>
          </a:p>
          <a:p>
            <a:endParaRPr lang="en-US" sz="1050"/>
          </a:p>
          <a:p>
            <a:endParaRPr lang="en-US" sz="1200"/>
          </a:p>
        </p:txBody>
      </p:sp>
      <p:pic>
        <p:nvPicPr>
          <p:cNvPr id="1029" name="Picture 1028" descr="A screen shot of a diagram&#10;&#10;AI-generated content may be incorrect.">
            <a:extLst>
              <a:ext uri="{FF2B5EF4-FFF2-40B4-BE49-F238E27FC236}">
                <a16:creationId xmlns:a16="http://schemas.microsoft.com/office/drawing/2014/main" id="{19E1FDAB-E454-2A87-103E-B8255586167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497172" y="4904036"/>
            <a:ext cx="1341356" cy="2434414"/>
          </a:xfrm>
          <a:prstGeom prst="rect">
            <a:avLst/>
          </a:prstGeom>
        </p:spPr>
      </p:pic>
      <p:pic>
        <p:nvPicPr>
          <p:cNvPr id="1031" name="Picture 1030" descr="A screenshot of a screen with a diagram of the sun&#10;&#10;AI-generated content may be incorrect.">
            <a:extLst>
              <a:ext uri="{FF2B5EF4-FFF2-40B4-BE49-F238E27FC236}">
                <a16:creationId xmlns:a16="http://schemas.microsoft.com/office/drawing/2014/main" id="{2957CE67-2FA7-D6B3-0D8E-C5847F569AE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900207" y="4963093"/>
            <a:ext cx="1350042" cy="2434414"/>
          </a:xfrm>
          <a:prstGeom prst="rect">
            <a:avLst/>
          </a:prstGeom>
        </p:spPr>
      </p:pic>
      <p:pic>
        <p:nvPicPr>
          <p:cNvPr id="1033" name="Picture 1032" descr="A screen shot of a diagram&#10;&#10;AI-generated content may be incorrect.">
            <a:extLst>
              <a:ext uri="{FF2B5EF4-FFF2-40B4-BE49-F238E27FC236}">
                <a16:creationId xmlns:a16="http://schemas.microsoft.com/office/drawing/2014/main" id="{99FAE0DB-885A-A7E5-9B1B-8EDCFFAF6A5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5265722" y="4889705"/>
            <a:ext cx="1350042" cy="2434414"/>
          </a:xfrm>
          <a:prstGeom prst="rect">
            <a:avLst/>
          </a:prstGeom>
        </p:spPr>
      </p:pic>
      <p:pic>
        <p:nvPicPr>
          <p:cNvPr id="1034" name="Picture 4">
            <a:extLst>
              <a:ext uri="{FF2B5EF4-FFF2-40B4-BE49-F238E27FC236}">
                <a16:creationId xmlns:a16="http://schemas.microsoft.com/office/drawing/2014/main" id="{6FEB77D9-E1AF-B579-E392-DDC2AACE068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81193" y="14656491"/>
            <a:ext cx="1950832" cy="1253631"/>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6">
            <a:extLst>
              <a:ext uri="{FF2B5EF4-FFF2-40B4-BE49-F238E27FC236}">
                <a16:creationId xmlns:a16="http://schemas.microsoft.com/office/drawing/2014/main" id="{42E697E1-0F14-D98D-41B0-4EB2EACB521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59727" y="14623357"/>
            <a:ext cx="2148512" cy="1301060"/>
          </a:xfrm>
          <a:prstGeom prst="rect">
            <a:avLst/>
          </a:prstGeom>
          <a:noFill/>
          <a:extLst>
            <a:ext uri="{909E8E84-426E-40DD-AFC4-6F175D3DCCD1}">
              <a14:hiddenFill xmlns:a14="http://schemas.microsoft.com/office/drawing/2010/main">
                <a:solidFill>
                  <a:srgbClr val="FFFFFF"/>
                </a:solidFill>
              </a14:hiddenFill>
            </a:ext>
          </a:extLst>
        </p:spPr>
      </p:pic>
      <p:grpSp>
        <p:nvGrpSpPr>
          <p:cNvPr id="1054" name="Group 1053">
            <a:extLst>
              <a:ext uri="{FF2B5EF4-FFF2-40B4-BE49-F238E27FC236}">
                <a16:creationId xmlns:a16="http://schemas.microsoft.com/office/drawing/2014/main" id="{A2CC7077-89D6-BB0E-5FB9-AE9F806071C1}"/>
              </a:ext>
            </a:extLst>
          </p:cNvPr>
          <p:cNvGrpSpPr/>
          <p:nvPr/>
        </p:nvGrpSpPr>
        <p:grpSpPr>
          <a:xfrm>
            <a:off x="2222004" y="15570172"/>
            <a:ext cx="1400814" cy="932754"/>
            <a:chOff x="1739298" y="15211606"/>
            <a:chExt cx="1883520" cy="1291320"/>
          </a:xfrm>
        </p:grpSpPr>
        <mc:AlternateContent xmlns:mc="http://schemas.openxmlformats.org/markup-compatibility/2006" xmlns:p14="http://schemas.microsoft.com/office/powerpoint/2010/main">
          <mc:Choice Requires="p14">
            <p:contentPart p14:bwMode="auto" r:id="rId19">
              <p14:nvContentPartPr>
                <p14:cNvPr id="1036" name="Ink 1035">
                  <a:extLst>
                    <a:ext uri="{FF2B5EF4-FFF2-40B4-BE49-F238E27FC236}">
                      <a16:creationId xmlns:a16="http://schemas.microsoft.com/office/drawing/2014/main" id="{D6721BB9-F88C-7C6C-4BDF-17929B7F86FB}"/>
                    </a:ext>
                  </a:extLst>
                </p14:cNvPr>
                <p14:cNvContentPartPr/>
                <p14:nvPr/>
              </p14:nvContentPartPr>
              <p14:xfrm>
                <a:off x="1739298" y="15211606"/>
                <a:ext cx="505440" cy="581040"/>
              </p14:xfrm>
            </p:contentPart>
          </mc:Choice>
          <mc:Fallback xmlns="">
            <p:pic>
              <p:nvPicPr>
                <p:cNvPr id="1036" name="Ink 1035">
                  <a:extLst>
                    <a:ext uri="{FF2B5EF4-FFF2-40B4-BE49-F238E27FC236}">
                      <a16:creationId xmlns:a16="http://schemas.microsoft.com/office/drawing/2014/main" id="{D6721BB9-F88C-7C6C-4BDF-17929B7F86FB}"/>
                    </a:ext>
                  </a:extLst>
                </p:cNvPr>
                <p:cNvPicPr/>
                <p:nvPr/>
              </p:nvPicPr>
              <p:blipFill>
                <a:blip r:embed="rId20"/>
                <a:stretch>
                  <a:fillRect/>
                </a:stretch>
              </p:blipFill>
              <p:spPr>
                <a:xfrm>
                  <a:off x="1724774" y="15196669"/>
                  <a:ext cx="534004" cy="61041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37" name="Ink 1036">
                  <a:extLst>
                    <a:ext uri="{FF2B5EF4-FFF2-40B4-BE49-F238E27FC236}">
                      <a16:creationId xmlns:a16="http://schemas.microsoft.com/office/drawing/2014/main" id="{C6FFF4EF-6909-8777-FA3F-88F41E36E8E8}"/>
                    </a:ext>
                  </a:extLst>
                </p14:cNvPr>
                <p14:cNvContentPartPr/>
                <p14:nvPr/>
              </p14:nvContentPartPr>
              <p14:xfrm>
                <a:off x="2033778" y="15838366"/>
                <a:ext cx="327240" cy="375840"/>
              </p14:xfrm>
            </p:contentPart>
          </mc:Choice>
          <mc:Fallback xmlns="">
            <p:pic>
              <p:nvPicPr>
                <p:cNvPr id="1037" name="Ink 1036">
                  <a:extLst>
                    <a:ext uri="{FF2B5EF4-FFF2-40B4-BE49-F238E27FC236}">
                      <a16:creationId xmlns:a16="http://schemas.microsoft.com/office/drawing/2014/main" id="{C6FFF4EF-6909-8777-FA3F-88F41E36E8E8}"/>
                    </a:ext>
                  </a:extLst>
                </p:cNvPr>
                <p:cNvPicPr/>
                <p:nvPr/>
              </p:nvPicPr>
              <p:blipFill>
                <a:blip r:embed="rId22"/>
                <a:stretch>
                  <a:fillRect/>
                </a:stretch>
              </p:blipFill>
              <p:spPr>
                <a:xfrm>
                  <a:off x="2019256" y="15823432"/>
                  <a:ext cx="355801" cy="40521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38" name="Ink 1037">
                  <a:extLst>
                    <a:ext uri="{FF2B5EF4-FFF2-40B4-BE49-F238E27FC236}">
                      <a16:creationId xmlns:a16="http://schemas.microsoft.com/office/drawing/2014/main" id="{6FDA044A-3D77-B671-C52F-925C781EE045}"/>
                    </a:ext>
                  </a:extLst>
                </p14:cNvPr>
                <p14:cNvContentPartPr/>
                <p14:nvPr/>
              </p14:nvContentPartPr>
              <p14:xfrm>
                <a:off x="2092098" y="15888766"/>
                <a:ext cx="218160" cy="34200"/>
              </p14:xfrm>
            </p:contentPart>
          </mc:Choice>
          <mc:Fallback xmlns="">
            <p:pic>
              <p:nvPicPr>
                <p:cNvPr id="1038" name="Ink 1037">
                  <a:extLst>
                    <a:ext uri="{FF2B5EF4-FFF2-40B4-BE49-F238E27FC236}">
                      <a16:creationId xmlns:a16="http://schemas.microsoft.com/office/drawing/2014/main" id="{6FDA044A-3D77-B671-C52F-925C781EE045}"/>
                    </a:ext>
                  </a:extLst>
                </p:cNvPr>
                <p:cNvPicPr/>
                <p:nvPr/>
              </p:nvPicPr>
              <p:blipFill>
                <a:blip r:embed="rId24"/>
                <a:stretch>
                  <a:fillRect/>
                </a:stretch>
              </p:blipFill>
              <p:spPr>
                <a:xfrm>
                  <a:off x="2077586" y="15873896"/>
                  <a:ext cx="246700" cy="63443"/>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39" name="Ink 1038">
                  <a:extLst>
                    <a:ext uri="{FF2B5EF4-FFF2-40B4-BE49-F238E27FC236}">
                      <a16:creationId xmlns:a16="http://schemas.microsoft.com/office/drawing/2014/main" id="{E0E4370D-5E9C-4454-F472-DE1124372FD3}"/>
                    </a:ext>
                  </a:extLst>
                </p14:cNvPr>
                <p14:cNvContentPartPr/>
                <p14:nvPr/>
              </p14:nvContentPartPr>
              <p14:xfrm>
                <a:off x="2113698" y="16184686"/>
                <a:ext cx="93960" cy="318240"/>
              </p14:xfrm>
            </p:contentPart>
          </mc:Choice>
          <mc:Fallback xmlns="">
            <p:pic>
              <p:nvPicPr>
                <p:cNvPr id="1039" name="Ink 1038">
                  <a:extLst>
                    <a:ext uri="{FF2B5EF4-FFF2-40B4-BE49-F238E27FC236}">
                      <a16:creationId xmlns:a16="http://schemas.microsoft.com/office/drawing/2014/main" id="{E0E4370D-5E9C-4454-F472-DE1124372FD3}"/>
                    </a:ext>
                  </a:extLst>
                </p:cNvPr>
                <p:cNvPicPr/>
                <p:nvPr/>
              </p:nvPicPr>
              <p:blipFill>
                <a:blip r:embed="rId26"/>
                <a:stretch>
                  <a:fillRect/>
                </a:stretch>
              </p:blipFill>
              <p:spPr>
                <a:xfrm>
                  <a:off x="2099243" y="16169745"/>
                  <a:ext cx="122389" cy="347624"/>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040" name="Ink 1039">
                  <a:extLst>
                    <a:ext uri="{FF2B5EF4-FFF2-40B4-BE49-F238E27FC236}">
                      <a16:creationId xmlns:a16="http://schemas.microsoft.com/office/drawing/2014/main" id="{B7D22D64-5439-6F46-2F3B-3394D0018DA4}"/>
                    </a:ext>
                  </a:extLst>
                </p14:cNvPr>
                <p14:cNvContentPartPr/>
                <p14:nvPr/>
              </p14:nvContentPartPr>
              <p14:xfrm>
                <a:off x="2309178" y="16281526"/>
                <a:ext cx="33120" cy="108000"/>
              </p14:xfrm>
            </p:contentPart>
          </mc:Choice>
          <mc:Fallback xmlns="">
            <p:pic>
              <p:nvPicPr>
                <p:cNvPr id="1040" name="Ink 1039">
                  <a:extLst>
                    <a:ext uri="{FF2B5EF4-FFF2-40B4-BE49-F238E27FC236}">
                      <a16:creationId xmlns:a16="http://schemas.microsoft.com/office/drawing/2014/main" id="{B7D22D64-5439-6F46-2F3B-3394D0018DA4}"/>
                    </a:ext>
                  </a:extLst>
                </p:cNvPr>
                <p:cNvPicPr/>
                <p:nvPr/>
              </p:nvPicPr>
              <p:blipFill>
                <a:blip r:embed="rId28"/>
                <a:stretch>
                  <a:fillRect/>
                </a:stretch>
              </p:blipFill>
              <p:spPr>
                <a:xfrm>
                  <a:off x="2294778" y="16266664"/>
                  <a:ext cx="61440" cy="137229"/>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41" name="Ink 1040">
                  <a:extLst>
                    <a:ext uri="{FF2B5EF4-FFF2-40B4-BE49-F238E27FC236}">
                      <a16:creationId xmlns:a16="http://schemas.microsoft.com/office/drawing/2014/main" id="{EFAFC2EE-CAA1-0497-4B44-447AF1C96D80}"/>
                    </a:ext>
                  </a:extLst>
                </p14:cNvPr>
                <p14:cNvContentPartPr/>
                <p14:nvPr/>
              </p14:nvContentPartPr>
              <p14:xfrm>
                <a:off x="2309898" y="16262086"/>
                <a:ext cx="113760" cy="169200"/>
              </p14:xfrm>
            </p:contentPart>
          </mc:Choice>
          <mc:Fallback xmlns="">
            <p:pic>
              <p:nvPicPr>
                <p:cNvPr id="1041" name="Ink 1040">
                  <a:extLst>
                    <a:ext uri="{FF2B5EF4-FFF2-40B4-BE49-F238E27FC236}">
                      <a16:creationId xmlns:a16="http://schemas.microsoft.com/office/drawing/2014/main" id="{EFAFC2EE-CAA1-0497-4B44-447AF1C96D80}"/>
                    </a:ext>
                  </a:extLst>
                </p:cNvPr>
                <p:cNvPicPr/>
                <p:nvPr/>
              </p:nvPicPr>
              <p:blipFill>
                <a:blip r:embed="rId30"/>
                <a:stretch>
                  <a:fillRect/>
                </a:stretch>
              </p:blipFill>
              <p:spPr>
                <a:xfrm>
                  <a:off x="2295437" y="16247157"/>
                  <a:ext cx="142200" cy="198561"/>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042" name="Ink 1041">
                  <a:extLst>
                    <a:ext uri="{FF2B5EF4-FFF2-40B4-BE49-F238E27FC236}">
                      <a16:creationId xmlns:a16="http://schemas.microsoft.com/office/drawing/2014/main" id="{9B61A7CC-B36D-098D-888E-9F6EB146367C}"/>
                    </a:ext>
                  </a:extLst>
                </p14:cNvPr>
                <p14:cNvContentPartPr/>
                <p14:nvPr/>
              </p14:nvContentPartPr>
              <p14:xfrm>
                <a:off x="2479818" y="16244086"/>
                <a:ext cx="88920" cy="210600"/>
              </p14:xfrm>
            </p:contentPart>
          </mc:Choice>
          <mc:Fallback xmlns="">
            <p:pic>
              <p:nvPicPr>
                <p:cNvPr id="1042" name="Ink 1041">
                  <a:extLst>
                    <a:ext uri="{FF2B5EF4-FFF2-40B4-BE49-F238E27FC236}">
                      <a16:creationId xmlns:a16="http://schemas.microsoft.com/office/drawing/2014/main" id="{9B61A7CC-B36D-098D-888E-9F6EB146367C}"/>
                    </a:ext>
                  </a:extLst>
                </p:cNvPr>
                <p:cNvPicPr/>
                <p:nvPr/>
              </p:nvPicPr>
              <p:blipFill>
                <a:blip r:embed="rId32"/>
                <a:stretch>
                  <a:fillRect/>
                </a:stretch>
              </p:blipFill>
              <p:spPr>
                <a:xfrm>
                  <a:off x="2465320" y="16229150"/>
                  <a:ext cx="117432" cy="239974"/>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43" name="Ink 1042">
                  <a:extLst>
                    <a:ext uri="{FF2B5EF4-FFF2-40B4-BE49-F238E27FC236}">
                      <a16:creationId xmlns:a16="http://schemas.microsoft.com/office/drawing/2014/main" id="{75FD75AB-9CA4-C744-C8BF-A50B89CBD239}"/>
                    </a:ext>
                  </a:extLst>
                </p14:cNvPr>
                <p14:cNvContentPartPr/>
                <p14:nvPr/>
              </p14:nvContentPartPr>
              <p14:xfrm>
                <a:off x="2567298" y="16292686"/>
                <a:ext cx="57960" cy="140040"/>
              </p14:xfrm>
            </p:contentPart>
          </mc:Choice>
          <mc:Fallback xmlns="">
            <p:pic>
              <p:nvPicPr>
                <p:cNvPr id="1043" name="Ink 1042">
                  <a:extLst>
                    <a:ext uri="{FF2B5EF4-FFF2-40B4-BE49-F238E27FC236}">
                      <a16:creationId xmlns:a16="http://schemas.microsoft.com/office/drawing/2014/main" id="{75FD75AB-9CA4-C744-C8BF-A50B89CBD239}"/>
                    </a:ext>
                  </a:extLst>
                </p:cNvPr>
                <p:cNvPicPr/>
                <p:nvPr/>
              </p:nvPicPr>
              <p:blipFill>
                <a:blip r:embed="rId34"/>
                <a:stretch>
                  <a:fillRect/>
                </a:stretch>
              </p:blipFill>
              <p:spPr>
                <a:xfrm>
                  <a:off x="2552808" y="16277788"/>
                  <a:ext cx="86457" cy="169339"/>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44" name="Ink 1043">
                  <a:extLst>
                    <a:ext uri="{FF2B5EF4-FFF2-40B4-BE49-F238E27FC236}">
                      <a16:creationId xmlns:a16="http://schemas.microsoft.com/office/drawing/2014/main" id="{828C83CF-2E50-E991-180C-ABCF07387DFD}"/>
                    </a:ext>
                  </a:extLst>
                </p14:cNvPr>
                <p14:cNvContentPartPr/>
                <p14:nvPr/>
              </p14:nvContentPartPr>
              <p14:xfrm>
                <a:off x="2511138" y="16223206"/>
                <a:ext cx="29880" cy="36000"/>
              </p14:xfrm>
            </p:contentPart>
          </mc:Choice>
          <mc:Fallback xmlns="">
            <p:pic>
              <p:nvPicPr>
                <p:cNvPr id="1044" name="Ink 1043">
                  <a:extLst>
                    <a:ext uri="{FF2B5EF4-FFF2-40B4-BE49-F238E27FC236}">
                      <a16:creationId xmlns:a16="http://schemas.microsoft.com/office/drawing/2014/main" id="{828C83CF-2E50-E991-180C-ABCF07387DFD}"/>
                    </a:ext>
                  </a:extLst>
                </p:cNvPr>
                <p:cNvPicPr/>
                <p:nvPr/>
              </p:nvPicPr>
              <p:blipFill>
                <a:blip r:embed="rId36"/>
                <a:stretch>
                  <a:fillRect/>
                </a:stretch>
              </p:blipFill>
              <p:spPr>
                <a:xfrm>
                  <a:off x="2496680" y="16208206"/>
                  <a:ext cx="58314" cy="655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045" name="Ink 1044">
                  <a:extLst>
                    <a:ext uri="{FF2B5EF4-FFF2-40B4-BE49-F238E27FC236}">
                      <a16:creationId xmlns:a16="http://schemas.microsoft.com/office/drawing/2014/main" id="{E9DB92C9-43AC-C96C-C451-8F573A502D60}"/>
                    </a:ext>
                  </a:extLst>
                </p14:cNvPr>
                <p14:cNvContentPartPr/>
                <p14:nvPr/>
              </p14:nvContentPartPr>
              <p14:xfrm>
                <a:off x="2611938" y="16229326"/>
                <a:ext cx="144000" cy="70920"/>
              </p14:xfrm>
            </p:contentPart>
          </mc:Choice>
          <mc:Fallback xmlns="">
            <p:pic>
              <p:nvPicPr>
                <p:cNvPr id="1045" name="Ink 1044">
                  <a:extLst>
                    <a:ext uri="{FF2B5EF4-FFF2-40B4-BE49-F238E27FC236}">
                      <a16:creationId xmlns:a16="http://schemas.microsoft.com/office/drawing/2014/main" id="{E9DB92C9-43AC-C96C-C451-8F573A502D60}"/>
                    </a:ext>
                  </a:extLst>
                </p:cNvPr>
                <p:cNvPicPr/>
                <p:nvPr/>
              </p:nvPicPr>
              <p:blipFill>
                <a:blip r:embed="rId38"/>
                <a:stretch>
                  <a:fillRect/>
                </a:stretch>
              </p:blipFill>
              <p:spPr>
                <a:xfrm>
                  <a:off x="2597393" y="16214448"/>
                  <a:ext cx="172606" cy="100181"/>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046" name="Ink 1045">
                  <a:extLst>
                    <a:ext uri="{FF2B5EF4-FFF2-40B4-BE49-F238E27FC236}">
                      <a16:creationId xmlns:a16="http://schemas.microsoft.com/office/drawing/2014/main" id="{7FD43084-F56E-37F0-73B0-C98F9DA2E576}"/>
                    </a:ext>
                  </a:extLst>
                </p14:cNvPr>
                <p14:cNvContentPartPr/>
                <p14:nvPr/>
              </p14:nvContentPartPr>
              <p14:xfrm>
                <a:off x="2597898" y="16149766"/>
                <a:ext cx="133200" cy="313200"/>
              </p14:xfrm>
            </p:contentPart>
          </mc:Choice>
          <mc:Fallback xmlns="">
            <p:pic>
              <p:nvPicPr>
                <p:cNvPr id="1046" name="Ink 1045">
                  <a:extLst>
                    <a:ext uri="{FF2B5EF4-FFF2-40B4-BE49-F238E27FC236}">
                      <a16:creationId xmlns:a16="http://schemas.microsoft.com/office/drawing/2014/main" id="{7FD43084-F56E-37F0-73B0-C98F9DA2E576}"/>
                    </a:ext>
                  </a:extLst>
                </p:cNvPr>
                <p:cNvPicPr/>
                <p:nvPr/>
              </p:nvPicPr>
              <p:blipFill>
                <a:blip r:embed="rId40"/>
                <a:stretch>
                  <a:fillRect/>
                </a:stretch>
              </p:blipFill>
              <p:spPr>
                <a:xfrm>
                  <a:off x="2583367" y="16134828"/>
                  <a:ext cx="161777" cy="342578"/>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47" name="Ink 1046">
                  <a:extLst>
                    <a:ext uri="{FF2B5EF4-FFF2-40B4-BE49-F238E27FC236}">
                      <a16:creationId xmlns:a16="http://schemas.microsoft.com/office/drawing/2014/main" id="{E52A3E9A-19A3-C623-041A-F3BB0D8DD51B}"/>
                    </a:ext>
                  </a:extLst>
                </p14:cNvPr>
                <p14:cNvContentPartPr/>
                <p14:nvPr/>
              </p14:nvContentPartPr>
              <p14:xfrm>
                <a:off x="2738658" y="16312486"/>
                <a:ext cx="69480" cy="133200"/>
              </p14:xfrm>
            </p:contentPart>
          </mc:Choice>
          <mc:Fallback xmlns="">
            <p:pic>
              <p:nvPicPr>
                <p:cNvPr id="1047" name="Ink 1046">
                  <a:extLst>
                    <a:ext uri="{FF2B5EF4-FFF2-40B4-BE49-F238E27FC236}">
                      <a16:creationId xmlns:a16="http://schemas.microsoft.com/office/drawing/2014/main" id="{E52A3E9A-19A3-C623-041A-F3BB0D8DD51B}"/>
                    </a:ext>
                  </a:extLst>
                </p:cNvPr>
                <p:cNvPicPr/>
                <p:nvPr/>
              </p:nvPicPr>
              <p:blipFill>
                <a:blip r:embed="rId42"/>
                <a:stretch>
                  <a:fillRect/>
                </a:stretch>
              </p:blipFill>
              <p:spPr>
                <a:xfrm>
                  <a:off x="2724183" y="16297576"/>
                  <a:ext cx="97948" cy="162524"/>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48" name="Ink 1047">
                  <a:extLst>
                    <a:ext uri="{FF2B5EF4-FFF2-40B4-BE49-F238E27FC236}">
                      <a16:creationId xmlns:a16="http://schemas.microsoft.com/office/drawing/2014/main" id="{D32B655C-E7BF-371B-F5F7-CC7A37CE1392}"/>
                    </a:ext>
                  </a:extLst>
                </p14:cNvPr>
                <p14:cNvContentPartPr/>
                <p14:nvPr/>
              </p14:nvContentPartPr>
              <p14:xfrm>
                <a:off x="2718138" y="16219246"/>
                <a:ext cx="52560" cy="65520"/>
              </p14:xfrm>
            </p:contentPart>
          </mc:Choice>
          <mc:Fallback xmlns="">
            <p:pic>
              <p:nvPicPr>
                <p:cNvPr id="1048" name="Ink 1047">
                  <a:extLst>
                    <a:ext uri="{FF2B5EF4-FFF2-40B4-BE49-F238E27FC236}">
                      <a16:creationId xmlns:a16="http://schemas.microsoft.com/office/drawing/2014/main" id="{D32B655C-E7BF-371B-F5F7-CC7A37CE1392}"/>
                    </a:ext>
                  </a:extLst>
                </p:cNvPr>
                <p:cNvPicPr/>
                <p:nvPr/>
              </p:nvPicPr>
              <p:blipFill>
                <a:blip r:embed="rId44"/>
                <a:stretch>
                  <a:fillRect/>
                </a:stretch>
              </p:blipFill>
              <p:spPr>
                <a:xfrm>
                  <a:off x="2703672" y="16204355"/>
                  <a:ext cx="81010" cy="94805"/>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49" name="Ink 1048">
                  <a:extLst>
                    <a:ext uri="{FF2B5EF4-FFF2-40B4-BE49-F238E27FC236}">
                      <a16:creationId xmlns:a16="http://schemas.microsoft.com/office/drawing/2014/main" id="{CC6BC3A3-BF5F-6864-32E0-A53CAB15FECC}"/>
                    </a:ext>
                  </a:extLst>
                </p14:cNvPr>
                <p14:cNvContentPartPr/>
                <p14:nvPr/>
              </p14:nvContentPartPr>
              <p14:xfrm>
                <a:off x="2825418" y="16248766"/>
                <a:ext cx="115920" cy="163440"/>
              </p14:xfrm>
            </p:contentPart>
          </mc:Choice>
          <mc:Fallback xmlns="">
            <p:pic>
              <p:nvPicPr>
                <p:cNvPr id="1049" name="Ink 1048">
                  <a:extLst>
                    <a:ext uri="{FF2B5EF4-FFF2-40B4-BE49-F238E27FC236}">
                      <a16:creationId xmlns:a16="http://schemas.microsoft.com/office/drawing/2014/main" id="{CC6BC3A3-BF5F-6864-32E0-A53CAB15FECC}"/>
                    </a:ext>
                  </a:extLst>
                </p:cNvPr>
                <p:cNvPicPr/>
                <p:nvPr/>
              </p:nvPicPr>
              <p:blipFill>
                <a:blip r:embed="rId46"/>
                <a:stretch>
                  <a:fillRect/>
                </a:stretch>
              </p:blipFill>
              <p:spPr>
                <a:xfrm>
                  <a:off x="2810928" y="16233817"/>
                  <a:ext cx="144417" cy="192839"/>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50" name="Ink 1049">
                  <a:extLst>
                    <a:ext uri="{FF2B5EF4-FFF2-40B4-BE49-F238E27FC236}">
                      <a16:creationId xmlns:a16="http://schemas.microsoft.com/office/drawing/2014/main" id="{E79213EF-2E64-27DE-6346-93B1AD2B0E45}"/>
                    </a:ext>
                  </a:extLst>
                </p14:cNvPr>
                <p14:cNvContentPartPr/>
                <p14:nvPr/>
              </p14:nvContentPartPr>
              <p14:xfrm>
                <a:off x="2996418" y="16244086"/>
                <a:ext cx="112320" cy="151560"/>
              </p14:xfrm>
            </p:contentPart>
          </mc:Choice>
          <mc:Fallback xmlns="">
            <p:pic>
              <p:nvPicPr>
                <p:cNvPr id="1050" name="Ink 1049">
                  <a:extLst>
                    <a:ext uri="{FF2B5EF4-FFF2-40B4-BE49-F238E27FC236}">
                      <a16:creationId xmlns:a16="http://schemas.microsoft.com/office/drawing/2014/main" id="{E79213EF-2E64-27DE-6346-93B1AD2B0E45}"/>
                    </a:ext>
                  </a:extLst>
                </p:cNvPr>
                <p:cNvPicPr/>
                <p:nvPr/>
              </p:nvPicPr>
              <p:blipFill>
                <a:blip r:embed="rId48"/>
                <a:stretch>
                  <a:fillRect/>
                </a:stretch>
              </p:blipFill>
              <p:spPr>
                <a:xfrm>
                  <a:off x="2981894" y="16229178"/>
                  <a:ext cx="140884" cy="180878"/>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51" name="Ink 1050">
                  <a:extLst>
                    <a:ext uri="{FF2B5EF4-FFF2-40B4-BE49-F238E27FC236}">
                      <a16:creationId xmlns:a16="http://schemas.microsoft.com/office/drawing/2014/main" id="{2BC6F143-AFB9-1E87-AE4F-D67071B98864}"/>
                    </a:ext>
                  </a:extLst>
                </p14:cNvPr>
                <p14:cNvContentPartPr/>
                <p14:nvPr/>
              </p14:nvContentPartPr>
              <p14:xfrm>
                <a:off x="3244458" y="16065886"/>
                <a:ext cx="219960" cy="345960"/>
              </p14:xfrm>
            </p:contentPart>
          </mc:Choice>
          <mc:Fallback xmlns="">
            <p:pic>
              <p:nvPicPr>
                <p:cNvPr id="1051" name="Ink 1050">
                  <a:extLst>
                    <a:ext uri="{FF2B5EF4-FFF2-40B4-BE49-F238E27FC236}">
                      <a16:creationId xmlns:a16="http://schemas.microsoft.com/office/drawing/2014/main" id="{2BC6F143-AFB9-1E87-AE4F-D67071B98864}"/>
                    </a:ext>
                  </a:extLst>
                </p:cNvPr>
                <p:cNvPicPr/>
                <p:nvPr/>
              </p:nvPicPr>
              <p:blipFill>
                <a:blip r:embed="rId50"/>
                <a:stretch>
                  <a:fillRect/>
                </a:stretch>
              </p:blipFill>
              <p:spPr>
                <a:xfrm>
                  <a:off x="3229955" y="16050931"/>
                  <a:ext cx="248482" cy="375372"/>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52" name="Ink 1051">
                  <a:extLst>
                    <a:ext uri="{FF2B5EF4-FFF2-40B4-BE49-F238E27FC236}">
                      <a16:creationId xmlns:a16="http://schemas.microsoft.com/office/drawing/2014/main" id="{7B1852D5-2D16-2EFD-9708-BF9978CAB05F}"/>
                    </a:ext>
                  </a:extLst>
                </p14:cNvPr>
                <p14:cNvContentPartPr/>
                <p14:nvPr/>
              </p14:nvContentPartPr>
              <p14:xfrm>
                <a:off x="3382698" y="16233646"/>
                <a:ext cx="240120" cy="215280"/>
              </p14:xfrm>
            </p:contentPart>
          </mc:Choice>
          <mc:Fallback xmlns="">
            <p:pic>
              <p:nvPicPr>
                <p:cNvPr id="1052" name="Ink 1051">
                  <a:extLst>
                    <a:ext uri="{FF2B5EF4-FFF2-40B4-BE49-F238E27FC236}">
                      <a16:creationId xmlns:a16="http://schemas.microsoft.com/office/drawing/2014/main" id="{7B1852D5-2D16-2EFD-9708-BF9978CAB05F}"/>
                    </a:ext>
                  </a:extLst>
                </p:cNvPr>
                <p:cNvPicPr/>
                <p:nvPr/>
              </p:nvPicPr>
              <p:blipFill>
                <a:blip r:embed="rId52"/>
                <a:stretch>
                  <a:fillRect/>
                </a:stretch>
              </p:blipFill>
              <p:spPr>
                <a:xfrm>
                  <a:off x="3368175" y="16218696"/>
                  <a:ext cx="268683" cy="244682"/>
                </a:xfrm>
                <a:prstGeom prst="rect">
                  <a:avLst/>
                </a:prstGeom>
              </p:spPr>
            </p:pic>
          </mc:Fallback>
        </mc:AlternateContent>
      </p:grpSp>
      <p:pic>
        <p:nvPicPr>
          <p:cNvPr id="1055" name="Picture 1054">
            <a:extLst>
              <a:ext uri="{FF2B5EF4-FFF2-40B4-BE49-F238E27FC236}">
                <a16:creationId xmlns:a16="http://schemas.microsoft.com/office/drawing/2014/main" id="{6D4C58C5-BDFF-4E8F-BF07-61E6A7A83D93}"/>
              </a:ext>
            </a:extLst>
          </p:cNvPr>
          <p:cNvPicPr>
            <a:picLocks noChangeAspect="1"/>
          </p:cNvPicPr>
          <p:nvPr/>
        </p:nvPicPr>
        <p:blipFill>
          <a:blip r:embed="rId53"/>
          <a:stretch>
            <a:fillRect/>
          </a:stretch>
        </p:blipFill>
        <p:spPr>
          <a:xfrm>
            <a:off x="6417207" y="14476428"/>
            <a:ext cx="1117801" cy="473572"/>
          </a:xfrm>
          <a:prstGeom prst="rect">
            <a:avLst/>
          </a:prstGeom>
        </p:spPr>
      </p:pic>
      <p:pic>
        <p:nvPicPr>
          <p:cNvPr id="1056" name="Picture 1055">
            <a:extLst>
              <a:ext uri="{FF2B5EF4-FFF2-40B4-BE49-F238E27FC236}">
                <a16:creationId xmlns:a16="http://schemas.microsoft.com/office/drawing/2014/main" id="{C8F90A3A-7E49-B834-18F5-CF987734105B}"/>
              </a:ext>
            </a:extLst>
          </p:cNvPr>
          <p:cNvPicPr>
            <a:picLocks noChangeAspect="1"/>
          </p:cNvPicPr>
          <p:nvPr/>
        </p:nvPicPr>
        <p:blipFill>
          <a:blip r:embed="rId54"/>
          <a:stretch>
            <a:fillRect/>
          </a:stretch>
        </p:blipFill>
        <p:spPr>
          <a:xfrm>
            <a:off x="8242010" y="14854034"/>
            <a:ext cx="1247294" cy="823337"/>
          </a:xfrm>
          <a:prstGeom prst="rect">
            <a:avLst/>
          </a:prstGeom>
        </p:spPr>
      </p:pic>
      <p:grpSp>
        <p:nvGrpSpPr>
          <p:cNvPr id="1085" name="Group 1084">
            <a:extLst>
              <a:ext uri="{FF2B5EF4-FFF2-40B4-BE49-F238E27FC236}">
                <a16:creationId xmlns:a16="http://schemas.microsoft.com/office/drawing/2014/main" id="{F06D007B-0EB0-1E41-5515-7395651F7DE9}"/>
              </a:ext>
            </a:extLst>
          </p:cNvPr>
          <p:cNvGrpSpPr/>
          <p:nvPr/>
        </p:nvGrpSpPr>
        <p:grpSpPr>
          <a:xfrm>
            <a:off x="8466056" y="14253581"/>
            <a:ext cx="1038294" cy="439203"/>
            <a:chOff x="8108270" y="14084745"/>
            <a:chExt cx="1396080" cy="608040"/>
          </a:xfrm>
        </p:grpSpPr>
        <mc:AlternateContent xmlns:mc="http://schemas.openxmlformats.org/markup-compatibility/2006" xmlns:p14="http://schemas.microsoft.com/office/powerpoint/2010/main">
          <mc:Choice Requires="p14">
            <p:contentPart p14:bwMode="auto" r:id="rId55">
              <p14:nvContentPartPr>
                <p14:cNvPr id="1058" name="Ink 1057">
                  <a:extLst>
                    <a:ext uri="{FF2B5EF4-FFF2-40B4-BE49-F238E27FC236}">
                      <a16:creationId xmlns:a16="http://schemas.microsoft.com/office/drawing/2014/main" id="{B1145316-548F-D648-BF7F-7D02366F7BC4}"/>
                    </a:ext>
                  </a:extLst>
                </p14:cNvPr>
                <p14:cNvContentPartPr/>
                <p14:nvPr/>
              </p14:nvContentPartPr>
              <p14:xfrm>
                <a:off x="8108270" y="14496585"/>
                <a:ext cx="250560" cy="166680"/>
              </p14:xfrm>
            </p:contentPart>
          </mc:Choice>
          <mc:Fallback xmlns="">
            <p:pic>
              <p:nvPicPr>
                <p:cNvPr id="1058" name="Ink 1057">
                  <a:extLst>
                    <a:ext uri="{FF2B5EF4-FFF2-40B4-BE49-F238E27FC236}">
                      <a16:creationId xmlns:a16="http://schemas.microsoft.com/office/drawing/2014/main" id="{B1145316-548F-D648-BF7F-7D02366F7BC4}"/>
                    </a:ext>
                  </a:extLst>
                </p:cNvPr>
                <p:cNvPicPr/>
                <p:nvPr/>
              </p:nvPicPr>
              <p:blipFill>
                <a:blip r:embed="rId56"/>
                <a:stretch>
                  <a:fillRect/>
                </a:stretch>
              </p:blipFill>
              <p:spPr>
                <a:xfrm>
                  <a:off x="8093759" y="14481658"/>
                  <a:ext cx="279099" cy="196036"/>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59" name="Ink 1058">
                  <a:extLst>
                    <a:ext uri="{FF2B5EF4-FFF2-40B4-BE49-F238E27FC236}">
                      <a16:creationId xmlns:a16="http://schemas.microsoft.com/office/drawing/2014/main" id="{E168A45E-661F-1827-A30D-5D5670511DE9}"/>
                    </a:ext>
                  </a:extLst>
                </p14:cNvPr>
                <p14:cNvContentPartPr/>
                <p14:nvPr/>
              </p14:nvContentPartPr>
              <p14:xfrm>
                <a:off x="8314550" y="14472105"/>
                <a:ext cx="200160" cy="193320"/>
              </p14:xfrm>
            </p:contentPart>
          </mc:Choice>
          <mc:Fallback xmlns="">
            <p:pic>
              <p:nvPicPr>
                <p:cNvPr id="1059" name="Ink 1058">
                  <a:extLst>
                    <a:ext uri="{FF2B5EF4-FFF2-40B4-BE49-F238E27FC236}">
                      <a16:creationId xmlns:a16="http://schemas.microsoft.com/office/drawing/2014/main" id="{E168A45E-661F-1827-A30D-5D5670511DE9}"/>
                    </a:ext>
                  </a:extLst>
                </p:cNvPr>
                <p:cNvPicPr/>
                <p:nvPr/>
              </p:nvPicPr>
              <p:blipFill>
                <a:blip r:embed="rId58"/>
                <a:stretch>
                  <a:fillRect/>
                </a:stretch>
              </p:blipFill>
              <p:spPr>
                <a:xfrm>
                  <a:off x="8300011" y="14457158"/>
                  <a:ext cx="228754" cy="222717"/>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63" name="Ink 1062">
                  <a:extLst>
                    <a:ext uri="{FF2B5EF4-FFF2-40B4-BE49-F238E27FC236}">
                      <a16:creationId xmlns:a16="http://schemas.microsoft.com/office/drawing/2014/main" id="{88B60BB3-C9D0-E846-C438-7CF67BF972F6}"/>
                    </a:ext>
                  </a:extLst>
                </p14:cNvPr>
                <p14:cNvContentPartPr/>
                <p14:nvPr/>
              </p14:nvContentPartPr>
              <p14:xfrm>
                <a:off x="8465750" y="14518185"/>
                <a:ext cx="276120" cy="174600"/>
              </p14:xfrm>
            </p:contentPart>
          </mc:Choice>
          <mc:Fallback xmlns="">
            <p:pic>
              <p:nvPicPr>
                <p:cNvPr id="1063" name="Ink 1062">
                  <a:extLst>
                    <a:ext uri="{FF2B5EF4-FFF2-40B4-BE49-F238E27FC236}">
                      <a16:creationId xmlns:a16="http://schemas.microsoft.com/office/drawing/2014/main" id="{88B60BB3-C9D0-E846-C438-7CF67BF972F6}"/>
                    </a:ext>
                  </a:extLst>
                </p:cNvPr>
                <p:cNvPicPr/>
                <p:nvPr/>
              </p:nvPicPr>
              <p:blipFill>
                <a:blip r:embed="rId60"/>
                <a:stretch>
                  <a:fillRect/>
                </a:stretch>
              </p:blipFill>
              <p:spPr>
                <a:xfrm>
                  <a:off x="8451217" y="14503262"/>
                  <a:ext cx="304701" cy="203949"/>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64" name="Ink 1063">
                  <a:extLst>
                    <a:ext uri="{FF2B5EF4-FFF2-40B4-BE49-F238E27FC236}">
                      <a16:creationId xmlns:a16="http://schemas.microsoft.com/office/drawing/2014/main" id="{A26B5C51-6112-D48B-4449-60FE0C1B5CCA}"/>
                    </a:ext>
                  </a:extLst>
                </p14:cNvPr>
                <p14:cNvContentPartPr/>
                <p14:nvPr/>
              </p14:nvContentPartPr>
              <p14:xfrm>
                <a:off x="8575910" y="14348265"/>
                <a:ext cx="189360" cy="142200"/>
              </p14:xfrm>
            </p:contentPart>
          </mc:Choice>
          <mc:Fallback xmlns="">
            <p:pic>
              <p:nvPicPr>
                <p:cNvPr id="1064" name="Ink 1063">
                  <a:extLst>
                    <a:ext uri="{FF2B5EF4-FFF2-40B4-BE49-F238E27FC236}">
                      <a16:creationId xmlns:a16="http://schemas.microsoft.com/office/drawing/2014/main" id="{A26B5C51-6112-D48B-4449-60FE0C1B5CCA}"/>
                    </a:ext>
                  </a:extLst>
                </p:cNvPr>
                <p:cNvPicPr/>
                <p:nvPr/>
              </p:nvPicPr>
              <p:blipFill>
                <a:blip r:embed="rId62"/>
                <a:stretch>
                  <a:fillRect/>
                </a:stretch>
              </p:blipFill>
              <p:spPr>
                <a:xfrm>
                  <a:off x="8561381" y="14333349"/>
                  <a:ext cx="217934" cy="171535"/>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65" name="Ink 1064">
                  <a:extLst>
                    <a:ext uri="{FF2B5EF4-FFF2-40B4-BE49-F238E27FC236}">
                      <a16:creationId xmlns:a16="http://schemas.microsoft.com/office/drawing/2014/main" id="{8DE075B7-5EB7-87E5-4405-1F7800B7B35C}"/>
                    </a:ext>
                  </a:extLst>
                </p14:cNvPr>
                <p14:cNvContentPartPr/>
                <p14:nvPr/>
              </p14:nvContentPartPr>
              <p14:xfrm>
                <a:off x="8641790" y="14471025"/>
                <a:ext cx="55800" cy="25920"/>
              </p14:xfrm>
            </p:contentPart>
          </mc:Choice>
          <mc:Fallback xmlns="">
            <p:pic>
              <p:nvPicPr>
                <p:cNvPr id="1065" name="Ink 1064">
                  <a:extLst>
                    <a:ext uri="{FF2B5EF4-FFF2-40B4-BE49-F238E27FC236}">
                      <a16:creationId xmlns:a16="http://schemas.microsoft.com/office/drawing/2014/main" id="{8DE075B7-5EB7-87E5-4405-1F7800B7B35C}"/>
                    </a:ext>
                  </a:extLst>
                </p:cNvPr>
                <p:cNvPicPr/>
                <p:nvPr/>
              </p:nvPicPr>
              <p:blipFill>
                <a:blip r:embed="rId64"/>
                <a:stretch>
                  <a:fillRect/>
                </a:stretch>
              </p:blipFill>
              <p:spPr>
                <a:xfrm>
                  <a:off x="8627359" y="14456071"/>
                  <a:ext cx="84181" cy="55329"/>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66" name="Ink 1065">
                  <a:extLst>
                    <a:ext uri="{FF2B5EF4-FFF2-40B4-BE49-F238E27FC236}">
                      <a16:creationId xmlns:a16="http://schemas.microsoft.com/office/drawing/2014/main" id="{7CCCC694-5BB3-1DA2-C1FF-3C13A7CD81C2}"/>
                    </a:ext>
                  </a:extLst>
                </p14:cNvPr>
                <p14:cNvContentPartPr/>
                <p14:nvPr/>
              </p14:nvContentPartPr>
              <p14:xfrm>
                <a:off x="8228510" y="14210745"/>
                <a:ext cx="97560" cy="105480"/>
              </p14:xfrm>
            </p:contentPart>
          </mc:Choice>
          <mc:Fallback xmlns="">
            <p:pic>
              <p:nvPicPr>
                <p:cNvPr id="1066" name="Ink 1065">
                  <a:extLst>
                    <a:ext uri="{FF2B5EF4-FFF2-40B4-BE49-F238E27FC236}">
                      <a16:creationId xmlns:a16="http://schemas.microsoft.com/office/drawing/2014/main" id="{7CCCC694-5BB3-1DA2-C1FF-3C13A7CD81C2}"/>
                    </a:ext>
                  </a:extLst>
                </p:cNvPr>
                <p:cNvPicPr/>
                <p:nvPr/>
              </p:nvPicPr>
              <p:blipFill>
                <a:blip r:embed="rId66"/>
                <a:stretch>
                  <a:fillRect/>
                </a:stretch>
              </p:blipFill>
              <p:spPr>
                <a:xfrm>
                  <a:off x="8214021" y="14195748"/>
                  <a:ext cx="126055" cy="134974"/>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67" name="Ink 1066">
                  <a:extLst>
                    <a:ext uri="{FF2B5EF4-FFF2-40B4-BE49-F238E27FC236}">
                      <a16:creationId xmlns:a16="http://schemas.microsoft.com/office/drawing/2014/main" id="{01E3963C-9761-4ECF-C8A8-6FFC4048F3C7}"/>
                    </a:ext>
                  </a:extLst>
                </p14:cNvPr>
                <p14:cNvContentPartPr/>
                <p14:nvPr/>
              </p14:nvContentPartPr>
              <p14:xfrm>
                <a:off x="8340830" y="14256825"/>
                <a:ext cx="17280" cy="51480"/>
              </p14:xfrm>
            </p:contentPart>
          </mc:Choice>
          <mc:Fallback xmlns="">
            <p:pic>
              <p:nvPicPr>
                <p:cNvPr id="1067" name="Ink 1066">
                  <a:extLst>
                    <a:ext uri="{FF2B5EF4-FFF2-40B4-BE49-F238E27FC236}">
                      <a16:creationId xmlns:a16="http://schemas.microsoft.com/office/drawing/2014/main" id="{01E3963C-9761-4ECF-C8A8-6FFC4048F3C7}"/>
                    </a:ext>
                  </a:extLst>
                </p:cNvPr>
                <p:cNvPicPr/>
                <p:nvPr/>
              </p:nvPicPr>
              <p:blipFill>
                <a:blip r:embed="rId68"/>
                <a:stretch>
                  <a:fillRect/>
                </a:stretch>
              </p:blipFill>
              <p:spPr>
                <a:xfrm>
                  <a:off x="8326430" y="14241831"/>
                  <a:ext cx="45600" cy="80969"/>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68" name="Ink 1067">
                  <a:extLst>
                    <a:ext uri="{FF2B5EF4-FFF2-40B4-BE49-F238E27FC236}">
                      <a16:creationId xmlns:a16="http://schemas.microsoft.com/office/drawing/2014/main" id="{37DDFD81-68BD-3C0F-B943-490A0B045977}"/>
                    </a:ext>
                  </a:extLst>
                </p14:cNvPr>
                <p14:cNvContentPartPr/>
                <p14:nvPr/>
              </p14:nvContentPartPr>
              <p14:xfrm>
                <a:off x="8329670" y="14204625"/>
                <a:ext cx="18000" cy="15480"/>
              </p14:xfrm>
            </p:contentPart>
          </mc:Choice>
          <mc:Fallback xmlns="">
            <p:pic>
              <p:nvPicPr>
                <p:cNvPr id="1068" name="Ink 1067">
                  <a:extLst>
                    <a:ext uri="{FF2B5EF4-FFF2-40B4-BE49-F238E27FC236}">
                      <a16:creationId xmlns:a16="http://schemas.microsoft.com/office/drawing/2014/main" id="{37DDFD81-68BD-3C0F-B943-490A0B045977}"/>
                    </a:ext>
                  </a:extLst>
                </p:cNvPr>
                <p:cNvPicPr/>
                <p:nvPr/>
              </p:nvPicPr>
              <p:blipFill>
                <a:blip r:embed="rId70"/>
                <a:stretch>
                  <a:fillRect/>
                </a:stretch>
              </p:blipFill>
              <p:spPr>
                <a:xfrm>
                  <a:off x="8315459" y="14189644"/>
                  <a:ext cx="45947" cy="44942"/>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69" name="Ink 1068">
                  <a:extLst>
                    <a:ext uri="{FF2B5EF4-FFF2-40B4-BE49-F238E27FC236}">
                      <a16:creationId xmlns:a16="http://schemas.microsoft.com/office/drawing/2014/main" id="{AAF396A3-9D2D-4D65-C630-C99B88C7451E}"/>
                    </a:ext>
                  </a:extLst>
                </p14:cNvPr>
                <p14:cNvContentPartPr/>
                <p14:nvPr/>
              </p14:nvContentPartPr>
              <p14:xfrm>
                <a:off x="8376470" y="14248545"/>
                <a:ext cx="52920" cy="108720"/>
              </p14:xfrm>
            </p:contentPart>
          </mc:Choice>
          <mc:Fallback xmlns="">
            <p:pic>
              <p:nvPicPr>
                <p:cNvPr id="1069" name="Ink 1068">
                  <a:extLst>
                    <a:ext uri="{FF2B5EF4-FFF2-40B4-BE49-F238E27FC236}">
                      <a16:creationId xmlns:a16="http://schemas.microsoft.com/office/drawing/2014/main" id="{AAF396A3-9D2D-4D65-C630-C99B88C7451E}"/>
                    </a:ext>
                  </a:extLst>
                </p:cNvPr>
                <p:cNvPicPr/>
                <p:nvPr/>
              </p:nvPicPr>
              <p:blipFill>
                <a:blip r:embed="rId72"/>
                <a:stretch>
                  <a:fillRect/>
                </a:stretch>
              </p:blipFill>
              <p:spPr>
                <a:xfrm>
                  <a:off x="8362037" y="14233652"/>
                  <a:ext cx="81304" cy="13801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70" name="Ink 1069">
                  <a:extLst>
                    <a:ext uri="{FF2B5EF4-FFF2-40B4-BE49-F238E27FC236}">
                      <a16:creationId xmlns:a16="http://schemas.microsoft.com/office/drawing/2014/main" id="{01400475-B3E3-2BB2-82BF-A0C314ED41B3}"/>
                    </a:ext>
                  </a:extLst>
                </p14:cNvPr>
                <p14:cNvContentPartPr/>
                <p14:nvPr/>
              </p14:nvContentPartPr>
              <p14:xfrm>
                <a:off x="8426150" y="14202825"/>
                <a:ext cx="76320" cy="118080"/>
              </p14:xfrm>
            </p:contentPart>
          </mc:Choice>
          <mc:Fallback xmlns="">
            <p:pic>
              <p:nvPicPr>
                <p:cNvPr id="1070" name="Ink 1069">
                  <a:extLst>
                    <a:ext uri="{FF2B5EF4-FFF2-40B4-BE49-F238E27FC236}">
                      <a16:creationId xmlns:a16="http://schemas.microsoft.com/office/drawing/2014/main" id="{01400475-B3E3-2BB2-82BF-A0C314ED41B3}"/>
                    </a:ext>
                  </a:extLst>
                </p:cNvPr>
                <p:cNvPicPr/>
                <p:nvPr/>
              </p:nvPicPr>
              <p:blipFill>
                <a:blip r:embed="rId74"/>
                <a:stretch>
                  <a:fillRect/>
                </a:stretch>
              </p:blipFill>
              <p:spPr>
                <a:xfrm>
                  <a:off x="8411659" y="14187878"/>
                  <a:ext cx="104819" cy="147475"/>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1" name="Ink 1070">
                  <a:extLst>
                    <a:ext uri="{FF2B5EF4-FFF2-40B4-BE49-F238E27FC236}">
                      <a16:creationId xmlns:a16="http://schemas.microsoft.com/office/drawing/2014/main" id="{330921E1-73A7-D259-AEC0-DE16CC525A77}"/>
                    </a:ext>
                  </a:extLst>
                </p14:cNvPr>
                <p14:cNvContentPartPr/>
                <p14:nvPr/>
              </p14:nvContentPartPr>
              <p14:xfrm>
                <a:off x="8473670" y="14178705"/>
                <a:ext cx="37080" cy="102960"/>
              </p14:xfrm>
            </p:contentPart>
          </mc:Choice>
          <mc:Fallback xmlns="">
            <p:pic>
              <p:nvPicPr>
                <p:cNvPr id="1071" name="Ink 1070">
                  <a:extLst>
                    <a:ext uri="{FF2B5EF4-FFF2-40B4-BE49-F238E27FC236}">
                      <a16:creationId xmlns:a16="http://schemas.microsoft.com/office/drawing/2014/main" id="{330921E1-73A7-D259-AEC0-DE16CC525A77}"/>
                    </a:ext>
                  </a:extLst>
                </p:cNvPr>
                <p:cNvPicPr/>
                <p:nvPr/>
              </p:nvPicPr>
              <p:blipFill>
                <a:blip r:embed="rId76"/>
                <a:stretch>
                  <a:fillRect/>
                </a:stretch>
              </p:blipFill>
              <p:spPr>
                <a:xfrm>
                  <a:off x="8459033" y="14163783"/>
                  <a:ext cx="65866" cy="132306"/>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72" name="Ink 1071">
                  <a:extLst>
                    <a:ext uri="{FF2B5EF4-FFF2-40B4-BE49-F238E27FC236}">
                      <a16:creationId xmlns:a16="http://schemas.microsoft.com/office/drawing/2014/main" id="{11878DE7-45EC-381B-D11E-86A1411635B2}"/>
                    </a:ext>
                  </a:extLst>
                </p14:cNvPr>
                <p14:cNvContentPartPr/>
                <p14:nvPr/>
              </p14:nvContentPartPr>
              <p14:xfrm>
                <a:off x="8516870" y="14230905"/>
                <a:ext cx="19800" cy="54720"/>
              </p14:xfrm>
            </p:contentPart>
          </mc:Choice>
          <mc:Fallback xmlns="">
            <p:pic>
              <p:nvPicPr>
                <p:cNvPr id="1072" name="Ink 1071">
                  <a:extLst>
                    <a:ext uri="{FF2B5EF4-FFF2-40B4-BE49-F238E27FC236}">
                      <a16:creationId xmlns:a16="http://schemas.microsoft.com/office/drawing/2014/main" id="{11878DE7-45EC-381B-D11E-86A1411635B2}"/>
                    </a:ext>
                  </a:extLst>
                </p:cNvPr>
                <p:cNvPicPr/>
                <p:nvPr/>
              </p:nvPicPr>
              <p:blipFill>
                <a:blip r:embed="rId78"/>
                <a:stretch>
                  <a:fillRect/>
                </a:stretch>
              </p:blipFill>
              <p:spPr>
                <a:xfrm>
                  <a:off x="8502727" y="14215981"/>
                  <a:ext cx="47614" cy="8407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073" name="Ink 1072">
                  <a:extLst>
                    <a:ext uri="{FF2B5EF4-FFF2-40B4-BE49-F238E27FC236}">
                      <a16:creationId xmlns:a16="http://schemas.microsoft.com/office/drawing/2014/main" id="{46A83525-5224-7171-0B37-8BFD64F580DD}"/>
                    </a:ext>
                  </a:extLst>
                </p14:cNvPr>
                <p14:cNvContentPartPr/>
                <p14:nvPr/>
              </p14:nvContentPartPr>
              <p14:xfrm>
                <a:off x="8514710" y="14191665"/>
                <a:ext cx="5400" cy="11880"/>
              </p14:xfrm>
            </p:contentPart>
          </mc:Choice>
          <mc:Fallback xmlns="">
            <p:pic>
              <p:nvPicPr>
                <p:cNvPr id="1073" name="Ink 1072">
                  <a:extLst>
                    <a:ext uri="{FF2B5EF4-FFF2-40B4-BE49-F238E27FC236}">
                      <a16:creationId xmlns:a16="http://schemas.microsoft.com/office/drawing/2014/main" id="{46A83525-5224-7171-0B37-8BFD64F580DD}"/>
                    </a:ext>
                  </a:extLst>
                </p:cNvPr>
                <p:cNvPicPr/>
                <p:nvPr/>
              </p:nvPicPr>
              <p:blipFill>
                <a:blip r:embed="rId80"/>
                <a:stretch>
                  <a:fillRect/>
                </a:stretch>
              </p:blipFill>
              <p:spPr>
                <a:xfrm>
                  <a:off x="8499983" y="14177409"/>
                  <a:ext cx="34364" cy="39917"/>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74" name="Ink 1073">
                  <a:extLst>
                    <a:ext uri="{FF2B5EF4-FFF2-40B4-BE49-F238E27FC236}">
                      <a16:creationId xmlns:a16="http://schemas.microsoft.com/office/drawing/2014/main" id="{EBDC6520-28F6-8DEA-0A6F-A3049CDC4A16}"/>
                    </a:ext>
                  </a:extLst>
                </p14:cNvPr>
                <p14:cNvContentPartPr/>
                <p14:nvPr/>
              </p14:nvContentPartPr>
              <p14:xfrm>
                <a:off x="8549630" y="14215425"/>
                <a:ext cx="46080" cy="123120"/>
              </p14:xfrm>
            </p:contentPart>
          </mc:Choice>
          <mc:Fallback xmlns="">
            <p:pic>
              <p:nvPicPr>
                <p:cNvPr id="1074" name="Ink 1073">
                  <a:extLst>
                    <a:ext uri="{FF2B5EF4-FFF2-40B4-BE49-F238E27FC236}">
                      <a16:creationId xmlns:a16="http://schemas.microsoft.com/office/drawing/2014/main" id="{EBDC6520-28F6-8DEA-0A6F-A3049CDC4A16}"/>
                    </a:ext>
                  </a:extLst>
                </p:cNvPr>
                <p:cNvPicPr/>
                <p:nvPr/>
              </p:nvPicPr>
              <p:blipFill>
                <a:blip r:embed="rId82"/>
                <a:stretch>
                  <a:fillRect/>
                </a:stretch>
              </p:blipFill>
              <p:spPr>
                <a:xfrm>
                  <a:off x="8535230" y="14200471"/>
                  <a:ext cx="74400" cy="152529"/>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075" name="Ink 1074">
                  <a:extLst>
                    <a:ext uri="{FF2B5EF4-FFF2-40B4-BE49-F238E27FC236}">
                      <a16:creationId xmlns:a16="http://schemas.microsoft.com/office/drawing/2014/main" id="{393E4E48-7C8B-7FE5-2C61-C3DB9035CFF4}"/>
                    </a:ext>
                  </a:extLst>
                </p14:cNvPr>
                <p14:cNvContentPartPr/>
                <p14:nvPr/>
              </p14:nvContentPartPr>
              <p14:xfrm>
                <a:off x="8593910" y="14129385"/>
                <a:ext cx="116640" cy="156600"/>
              </p14:xfrm>
            </p:contentPart>
          </mc:Choice>
          <mc:Fallback xmlns="">
            <p:pic>
              <p:nvPicPr>
                <p:cNvPr id="1075" name="Ink 1074">
                  <a:extLst>
                    <a:ext uri="{FF2B5EF4-FFF2-40B4-BE49-F238E27FC236}">
                      <a16:creationId xmlns:a16="http://schemas.microsoft.com/office/drawing/2014/main" id="{393E4E48-7C8B-7FE5-2C61-C3DB9035CFF4}"/>
                    </a:ext>
                  </a:extLst>
                </p:cNvPr>
                <p:cNvPicPr/>
                <p:nvPr/>
              </p:nvPicPr>
              <p:blipFill>
                <a:blip r:embed="rId84"/>
                <a:stretch>
                  <a:fillRect/>
                </a:stretch>
              </p:blipFill>
              <p:spPr>
                <a:xfrm>
                  <a:off x="8579390" y="14114423"/>
                  <a:ext cx="145195" cy="186025"/>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076" name="Ink 1075">
                  <a:extLst>
                    <a:ext uri="{FF2B5EF4-FFF2-40B4-BE49-F238E27FC236}">
                      <a16:creationId xmlns:a16="http://schemas.microsoft.com/office/drawing/2014/main" id="{B4521E08-523A-5E84-8CE0-5936A534C618}"/>
                    </a:ext>
                  </a:extLst>
                </p14:cNvPr>
                <p14:cNvContentPartPr/>
                <p14:nvPr/>
              </p14:nvContentPartPr>
              <p14:xfrm>
                <a:off x="8663750" y="14200305"/>
                <a:ext cx="70200" cy="3960"/>
              </p14:xfrm>
            </p:contentPart>
          </mc:Choice>
          <mc:Fallback xmlns="">
            <p:pic>
              <p:nvPicPr>
                <p:cNvPr id="1076" name="Ink 1075">
                  <a:extLst>
                    <a:ext uri="{FF2B5EF4-FFF2-40B4-BE49-F238E27FC236}">
                      <a16:creationId xmlns:a16="http://schemas.microsoft.com/office/drawing/2014/main" id="{B4521E08-523A-5E84-8CE0-5936A534C618}"/>
                    </a:ext>
                  </a:extLst>
                </p:cNvPr>
                <p:cNvPicPr/>
                <p:nvPr/>
              </p:nvPicPr>
              <p:blipFill>
                <a:blip r:embed="rId86"/>
                <a:stretch>
                  <a:fillRect/>
                </a:stretch>
              </p:blipFill>
              <p:spPr>
                <a:xfrm>
                  <a:off x="8649226" y="14185455"/>
                  <a:ext cx="98764" cy="33165"/>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77" name="Ink 1076">
                  <a:extLst>
                    <a:ext uri="{FF2B5EF4-FFF2-40B4-BE49-F238E27FC236}">
                      <a16:creationId xmlns:a16="http://schemas.microsoft.com/office/drawing/2014/main" id="{9CFD86E8-42C1-BE6A-77C9-1E6457BCBC07}"/>
                    </a:ext>
                  </a:extLst>
                </p14:cNvPr>
                <p14:cNvContentPartPr/>
                <p14:nvPr/>
              </p14:nvContentPartPr>
              <p14:xfrm>
                <a:off x="8834390" y="14179065"/>
                <a:ext cx="32040" cy="158760"/>
              </p14:xfrm>
            </p:contentPart>
          </mc:Choice>
          <mc:Fallback xmlns="">
            <p:pic>
              <p:nvPicPr>
                <p:cNvPr id="1077" name="Ink 1076">
                  <a:extLst>
                    <a:ext uri="{FF2B5EF4-FFF2-40B4-BE49-F238E27FC236}">
                      <a16:creationId xmlns:a16="http://schemas.microsoft.com/office/drawing/2014/main" id="{9CFD86E8-42C1-BE6A-77C9-1E6457BCBC07}"/>
                    </a:ext>
                  </a:extLst>
                </p:cNvPr>
                <p:cNvPicPr/>
                <p:nvPr/>
              </p:nvPicPr>
              <p:blipFill>
                <a:blip r:embed="rId88"/>
                <a:stretch>
                  <a:fillRect/>
                </a:stretch>
              </p:blipFill>
              <p:spPr>
                <a:xfrm>
                  <a:off x="8819826" y="14164135"/>
                  <a:ext cx="60682" cy="188123"/>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78" name="Ink 1077">
                  <a:extLst>
                    <a:ext uri="{FF2B5EF4-FFF2-40B4-BE49-F238E27FC236}">
                      <a16:creationId xmlns:a16="http://schemas.microsoft.com/office/drawing/2014/main" id="{6F705F39-F7AF-8B0D-CE01-3EFCC9ED1420}"/>
                    </a:ext>
                  </a:extLst>
                </p14:cNvPr>
                <p14:cNvContentPartPr/>
                <p14:nvPr/>
              </p14:nvContentPartPr>
              <p14:xfrm>
                <a:off x="8903150" y="14180865"/>
                <a:ext cx="90000" cy="73080"/>
              </p14:xfrm>
            </p:contentPart>
          </mc:Choice>
          <mc:Fallback xmlns="">
            <p:pic>
              <p:nvPicPr>
                <p:cNvPr id="1078" name="Ink 1077">
                  <a:extLst>
                    <a:ext uri="{FF2B5EF4-FFF2-40B4-BE49-F238E27FC236}">
                      <a16:creationId xmlns:a16="http://schemas.microsoft.com/office/drawing/2014/main" id="{6F705F39-F7AF-8B0D-CE01-3EFCC9ED1420}"/>
                    </a:ext>
                  </a:extLst>
                </p:cNvPr>
                <p:cNvPicPr/>
                <p:nvPr/>
              </p:nvPicPr>
              <p:blipFill>
                <a:blip r:embed="rId90"/>
                <a:stretch>
                  <a:fillRect/>
                </a:stretch>
              </p:blipFill>
              <p:spPr>
                <a:xfrm>
                  <a:off x="8888634" y="14166051"/>
                  <a:ext cx="118548" cy="102213"/>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79" name="Ink 1078">
                  <a:extLst>
                    <a:ext uri="{FF2B5EF4-FFF2-40B4-BE49-F238E27FC236}">
                      <a16:creationId xmlns:a16="http://schemas.microsoft.com/office/drawing/2014/main" id="{60A0F73E-B08F-74FD-8C14-8E3E59C3D5EA}"/>
                    </a:ext>
                  </a:extLst>
                </p14:cNvPr>
                <p14:cNvContentPartPr/>
                <p14:nvPr/>
              </p14:nvContentPartPr>
              <p14:xfrm>
                <a:off x="8987030" y="14162145"/>
                <a:ext cx="106920" cy="90000"/>
              </p14:xfrm>
            </p:contentPart>
          </mc:Choice>
          <mc:Fallback xmlns="">
            <p:pic>
              <p:nvPicPr>
                <p:cNvPr id="1079" name="Ink 1078">
                  <a:extLst>
                    <a:ext uri="{FF2B5EF4-FFF2-40B4-BE49-F238E27FC236}">
                      <a16:creationId xmlns:a16="http://schemas.microsoft.com/office/drawing/2014/main" id="{60A0F73E-B08F-74FD-8C14-8E3E59C3D5EA}"/>
                    </a:ext>
                  </a:extLst>
                </p:cNvPr>
                <p:cNvPicPr/>
                <p:nvPr/>
              </p:nvPicPr>
              <p:blipFill>
                <a:blip r:embed="rId92"/>
                <a:stretch>
                  <a:fillRect/>
                </a:stretch>
              </p:blipFill>
              <p:spPr>
                <a:xfrm>
                  <a:off x="8972581" y="14147228"/>
                  <a:ext cx="135336" cy="119337"/>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80" name="Ink 1079">
                  <a:extLst>
                    <a:ext uri="{FF2B5EF4-FFF2-40B4-BE49-F238E27FC236}">
                      <a16:creationId xmlns:a16="http://schemas.microsoft.com/office/drawing/2014/main" id="{E5E55EE9-218C-7134-30C6-CCC5FE779D97}"/>
                    </a:ext>
                  </a:extLst>
                </p14:cNvPr>
                <p14:cNvContentPartPr/>
                <p14:nvPr/>
              </p14:nvContentPartPr>
              <p14:xfrm>
                <a:off x="9119510" y="14174025"/>
                <a:ext cx="177120" cy="84240"/>
              </p14:xfrm>
            </p:contentPart>
          </mc:Choice>
          <mc:Fallback xmlns="">
            <p:pic>
              <p:nvPicPr>
                <p:cNvPr id="1080" name="Ink 1079">
                  <a:extLst>
                    <a:ext uri="{FF2B5EF4-FFF2-40B4-BE49-F238E27FC236}">
                      <a16:creationId xmlns:a16="http://schemas.microsoft.com/office/drawing/2014/main" id="{E5E55EE9-218C-7134-30C6-CCC5FE779D97}"/>
                    </a:ext>
                  </a:extLst>
                </p:cNvPr>
                <p:cNvPicPr/>
                <p:nvPr/>
              </p:nvPicPr>
              <p:blipFill>
                <a:blip r:embed="rId94"/>
                <a:stretch>
                  <a:fillRect/>
                </a:stretch>
              </p:blipFill>
              <p:spPr>
                <a:xfrm>
                  <a:off x="9105032" y="14159071"/>
                  <a:ext cx="205594" cy="113649"/>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081" name="Ink 1080">
                  <a:extLst>
                    <a:ext uri="{FF2B5EF4-FFF2-40B4-BE49-F238E27FC236}">
                      <a16:creationId xmlns:a16="http://schemas.microsoft.com/office/drawing/2014/main" id="{ACFE60FB-45E6-2563-823D-E959E45C9E81}"/>
                    </a:ext>
                  </a:extLst>
                </p14:cNvPr>
                <p14:cNvContentPartPr/>
                <p14:nvPr/>
              </p14:nvContentPartPr>
              <p14:xfrm>
                <a:off x="9272510" y="14128665"/>
                <a:ext cx="65520" cy="34920"/>
              </p14:xfrm>
            </p:contentPart>
          </mc:Choice>
          <mc:Fallback xmlns="">
            <p:pic>
              <p:nvPicPr>
                <p:cNvPr id="1081" name="Ink 1080">
                  <a:extLst>
                    <a:ext uri="{FF2B5EF4-FFF2-40B4-BE49-F238E27FC236}">
                      <a16:creationId xmlns:a16="http://schemas.microsoft.com/office/drawing/2014/main" id="{ACFE60FB-45E6-2563-823D-E959E45C9E81}"/>
                    </a:ext>
                  </a:extLst>
                </p:cNvPr>
                <p:cNvPicPr/>
                <p:nvPr/>
              </p:nvPicPr>
              <p:blipFill>
                <a:blip r:embed="rId96"/>
                <a:stretch>
                  <a:fillRect/>
                </a:stretch>
              </p:blipFill>
              <p:spPr>
                <a:xfrm>
                  <a:off x="9257950" y="14113699"/>
                  <a:ext cx="94155" cy="64353"/>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082" name="Ink 1081">
                  <a:extLst>
                    <a:ext uri="{FF2B5EF4-FFF2-40B4-BE49-F238E27FC236}">
                      <a16:creationId xmlns:a16="http://schemas.microsoft.com/office/drawing/2014/main" id="{B2B48AD9-D484-A36B-58CC-44ACF926EE4C}"/>
                    </a:ext>
                  </a:extLst>
                </p14:cNvPr>
                <p14:cNvContentPartPr/>
                <p14:nvPr/>
              </p14:nvContentPartPr>
              <p14:xfrm>
                <a:off x="9284750" y="14084745"/>
                <a:ext cx="33840" cy="158400"/>
              </p14:xfrm>
            </p:contentPart>
          </mc:Choice>
          <mc:Fallback xmlns="">
            <p:pic>
              <p:nvPicPr>
                <p:cNvPr id="1082" name="Ink 1081">
                  <a:extLst>
                    <a:ext uri="{FF2B5EF4-FFF2-40B4-BE49-F238E27FC236}">
                      <a16:creationId xmlns:a16="http://schemas.microsoft.com/office/drawing/2014/main" id="{B2B48AD9-D484-A36B-58CC-44ACF926EE4C}"/>
                    </a:ext>
                  </a:extLst>
                </p:cNvPr>
                <p:cNvPicPr/>
                <p:nvPr/>
              </p:nvPicPr>
              <p:blipFill>
                <a:blip r:embed="rId98"/>
                <a:stretch>
                  <a:fillRect/>
                </a:stretch>
              </p:blipFill>
              <p:spPr>
                <a:xfrm>
                  <a:off x="9270451" y="14069802"/>
                  <a:ext cx="61961" cy="187789"/>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83" name="Ink 1082">
                  <a:extLst>
                    <a:ext uri="{FF2B5EF4-FFF2-40B4-BE49-F238E27FC236}">
                      <a16:creationId xmlns:a16="http://schemas.microsoft.com/office/drawing/2014/main" id="{807C5B73-8DD7-FE06-506D-2140D269C513}"/>
                    </a:ext>
                  </a:extLst>
                </p14:cNvPr>
                <p14:cNvContentPartPr/>
                <p14:nvPr/>
              </p14:nvContentPartPr>
              <p14:xfrm>
                <a:off x="9343070" y="14170425"/>
                <a:ext cx="161280" cy="92160"/>
              </p14:xfrm>
            </p:contentPart>
          </mc:Choice>
          <mc:Fallback xmlns="">
            <p:pic>
              <p:nvPicPr>
                <p:cNvPr id="1083" name="Ink 1082">
                  <a:extLst>
                    <a:ext uri="{FF2B5EF4-FFF2-40B4-BE49-F238E27FC236}">
                      <a16:creationId xmlns:a16="http://schemas.microsoft.com/office/drawing/2014/main" id="{807C5B73-8DD7-FE06-506D-2140D269C513}"/>
                    </a:ext>
                  </a:extLst>
                </p:cNvPr>
                <p:cNvPicPr/>
                <p:nvPr/>
              </p:nvPicPr>
              <p:blipFill>
                <a:blip r:embed="rId100"/>
                <a:stretch>
                  <a:fillRect/>
                </a:stretch>
              </p:blipFill>
              <p:spPr>
                <a:xfrm>
                  <a:off x="9328540" y="14155480"/>
                  <a:ext cx="189855" cy="121552"/>
                </a:xfrm>
                <a:prstGeom prst="rect">
                  <a:avLst/>
                </a:prstGeom>
              </p:spPr>
            </p:pic>
          </mc:Fallback>
        </mc:AlternateContent>
      </p:grpSp>
      <p:sp>
        <p:nvSpPr>
          <p:cNvPr id="1086" name="Rectangle: Rounded Corners 19">
            <a:extLst>
              <a:ext uri="{FF2B5EF4-FFF2-40B4-BE49-F238E27FC236}">
                <a16:creationId xmlns:a16="http://schemas.microsoft.com/office/drawing/2014/main" id="{6AFE356A-C7C6-7FF5-7D7D-117578A49E43}"/>
              </a:ext>
            </a:extLst>
          </p:cNvPr>
          <p:cNvSpPr/>
          <p:nvPr/>
        </p:nvSpPr>
        <p:spPr>
          <a:xfrm>
            <a:off x="10699777" y="12872485"/>
            <a:ext cx="9721022" cy="3061568"/>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1500"/>
          </a:p>
        </p:txBody>
      </p:sp>
      <p:sp>
        <p:nvSpPr>
          <p:cNvPr id="1087" name="TextBox 1086">
            <a:extLst>
              <a:ext uri="{FF2B5EF4-FFF2-40B4-BE49-F238E27FC236}">
                <a16:creationId xmlns:a16="http://schemas.microsoft.com/office/drawing/2014/main" id="{9E2E825D-3E3D-677F-E1B4-B7864AD26F50}"/>
              </a:ext>
            </a:extLst>
          </p:cNvPr>
          <p:cNvSpPr txBox="1"/>
          <p:nvPr/>
        </p:nvSpPr>
        <p:spPr>
          <a:xfrm>
            <a:off x="10884870" y="12999154"/>
            <a:ext cx="9314899" cy="900246"/>
          </a:xfrm>
          <a:prstGeom prst="rect">
            <a:avLst/>
          </a:prstGeom>
          <a:noFill/>
        </p:spPr>
        <p:txBody>
          <a:bodyPr wrap="square" lIns="91440" tIns="45720" rIns="91440" bIns="45720" rtlCol="0" anchor="t">
            <a:spAutoFit/>
          </a:bodyPr>
          <a:lstStyle/>
          <a:p>
            <a:r>
              <a:rPr lang="en-US" sz="1050" b="1"/>
              <a:t>6. Prong 2: implementing the ray tracing model by emitting light rays from earth.</a:t>
            </a:r>
            <a:endParaRPr lang="en-US" sz="1050"/>
          </a:p>
          <a:p>
            <a:r>
              <a:rPr lang="en-US" sz="1050"/>
              <a:t>Recall we can do this because light rays are time-reversible! The only challenge now is changing the initial conditions of our model so that the ray starts at the earth and is emitted at an angle ‘theta’ to the vertical. Recall that we  only needed values of phi, U, and, </a:t>
            </a:r>
            <a:r>
              <a:rPr lang="en-US" sz="1050" err="1"/>
              <a:t>dU</a:t>
            </a:r>
            <a:r>
              <a:rPr lang="en-US" sz="1050"/>
              <a:t>/</a:t>
            </a:r>
            <a:r>
              <a:rPr lang="en-US" sz="1050" err="1"/>
              <a:t>dphi</a:t>
            </a:r>
            <a:r>
              <a:rPr lang="en-US" sz="1050"/>
              <a:t> to pass this information to the model. Can anyone tell me what they are? (Ans: phi = -pi/2, U  = D_L, the distance to the lens galaxy, </a:t>
            </a:r>
            <a:r>
              <a:rPr lang="en-US" sz="1050" err="1"/>
              <a:t>dU</a:t>
            </a:r>
            <a:r>
              <a:rPr lang="en-US" sz="1050"/>
              <a:t>/</a:t>
            </a:r>
            <a:r>
              <a:rPr lang="en-US" sz="1050" err="1"/>
              <a:t>dphi</a:t>
            </a:r>
            <a:r>
              <a:rPr lang="en-US" sz="1050"/>
              <a:t> = is the hard part, but it’s equal to 1/(</a:t>
            </a:r>
            <a:r>
              <a:rPr lang="en-US" sz="1050" err="1"/>
              <a:t>rtan</a:t>
            </a:r>
            <a:r>
              <a:rPr lang="en-US" sz="1050"/>
              <a:t>(theta)) after some easy </a:t>
            </a:r>
            <a:r>
              <a:rPr lang="en-US" sz="1050" err="1"/>
              <a:t>maths</a:t>
            </a:r>
            <a:r>
              <a:rPr lang="en-US" sz="1050"/>
              <a:t>!)</a:t>
            </a:r>
            <a:endParaRPr lang="en-US" sz="1200"/>
          </a:p>
        </p:txBody>
      </p:sp>
      <p:pic>
        <p:nvPicPr>
          <p:cNvPr id="1097" name="Picture 1096">
            <a:extLst>
              <a:ext uri="{FF2B5EF4-FFF2-40B4-BE49-F238E27FC236}">
                <a16:creationId xmlns:a16="http://schemas.microsoft.com/office/drawing/2014/main" id="{5C161A46-8EAA-C813-7C38-27A81BBC1554}"/>
              </a:ext>
            </a:extLst>
          </p:cNvPr>
          <p:cNvPicPr>
            <a:picLocks noChangeAspect="1"/>
          </p:cNvPicPr>
          <p:nvPr/>
        </p:nvPicPr>
        <p:blipFill>
          <a:blip r:embed="rId101"/>
          <a:stretch>
            <a:fillRect/>
          </a:stretch>
        </p:blipFill>
        <p:spPr>
          <a:xfrm>
            <a:off x="5380535" y="19460653"/>
            <a:ext cx="1256035" cy="2097642"/>
          </a:xfrm>
          <a:prstGeom prst="rect">
            <a:avLst/>
          </a:prstGeom>
        </p:spPr>
      </p:pic>
      <p:pic>
        <p:nvPicPr>
          <p:cNvPr id="1098" name="Picture 1097">
            <a:extLst>
              <a:ext uri="{FF2B5EF4-FFF2-40B4-BE49-F238E27FC236}">
                <a16:creationId xmlns:a16="http://schemas.microsoft.com/office/drawing/2014/main" id="{10345A68-7855-41A3-A69F-FDB7DCEF75C0}"/>
              </a:ext>
            </a:extLst>
          </p:cNvPr>
          <p:cNvPicPr>
            <a:picLocks noChangeAspect="1"/>
          </p:cNvPicPr>
          <p:nvPr/>
        </p:nvPicPr>
        <p:blipFill>
          <a:blip r:embed="rId102"/>
          <a:stretch>
            <a:fillRect/>
          </a:stretch>
        </p:blipFill>
        <p:spPr>
          <a:xfrm>
            <a:off x="2600598" y="14002011"/>
            <a:ext cx="1959764" cy="585384"/>
          </a:xfrm>
          <a:prstGeom prst="rect">
            <a:avLst/>
          </a:prstGeom>
        </p:spPr>
      </p:pic>
      <p:pic>
        <p:nvPicPr>
          <p:cNvPr id="1099" name="Picture 1098">
            <a:extLst>
              <a:ext uri="{FF2B5EF4-FFF2-40B4-BE49-F238E27FC236}">
                <a16:creationId xmlns:a16="http://schemas.microsoft.com/office/drawing/2014/main" id="{E01E0684-A9E2-AB7F-135E-DC0C7B280935}"/>
              </a:ext>
            </a:extLst>
          </p:cNvPr>
          <p:cNvPicPr>
            <a:picLocks noChangeAspect="1"/>
          </p:cNvPicPr>
          <p:nvPr/>
        </p:nvPicPr>
        <p:blipFill>
          <a:blip r:embed="rId11"/>
          <a:stretch>
            <a:fillRect/>
          </a:stretch>
        </p:blipFill>
        <p:spPr>
          <a:xfrm>
            <a:off x="540345" y="13994779"/>
            <a:ext cx="1977480" cy="556654"/>
          </a:xfrm>
          <a:prstGeom prst="rect">
            <a:avLst/>
          </a:prstGeom>
        </p:spPr>
      </p:pic>
      <p:sp>
        <p:nvSpPr>
          <p:cNvPr id="1092" name="TextBox 1091">
            <a:extLst>
              <a:ext uri="{FF2B5EF4-FFF2-40B4-BE49-F238E27FC236}">
                <a16:creationId xmlns:a16="http://schemas.microsoft.com/office/drawing/2014/main" id="{143C5DB1-B4FA-2368-6D08-6FD79AE62DEB}"/>
              </a:ext>
            </a:extLst>
          </p:cNvPr>
          <p:cNvSpPr txBox="1"/>
          <p:nvPr/>
        </p:nvSpPr>
        <p:spPr>
          <a:xfrm>
            <a:off x="10467996" y="16873672"/>
            <a:ext cx="8205980" cy="415498"/>
          </a:xfrm>
          <a:prstGeom prst="rect">
            <a:avLst/>
          </a:prstGeom>
          <a:noFill/>
        </p:spPr>
        <p:txBody>
          <a:bodyPr wrap="square" lIns="91440" tIns="45720" rIns="91440" bIns="45720" rtlCol="0" anchor="t">
            <a:spAutoFit/>
          </a:bodyPr>
          <a:lstStyle/>
          <a:p>
            <a:r>
              <a:rPr lang="en-US" sz="1050" b="1"/>
              <a:t>2. Why are we emitting light rays from Earth and seeing where they land on the galaxy, rather than emitting light the source galaxy and seeing where they land on earth?</a:t>
            </a:r>
            <a:endParaRPr lang="en-US" sz="1200"/>
          </a:p>
        </p:txBody>
      </p:sp>
      <p:pic>
        <p:nvPicPr>
          <p:cNvPr id="1093" name="Picture 8">
            <a:extLst>
              <a:ext uri="{FF2B5EF4-FFF2-40B4-BE49-F238E27FC236}">
                <a16:creationId xmlns:a16="http://schemas.microsoft.com/office/drawing/2014/main" id="{533A0220-00BA-CE5D-4BA2-CAAE53547AEA}"/>
              </a:ext>
            </a:extLst>
          </p:cNvPr>
          <p:cNvPicPr>
            <a:picLocks noChangeAspect="1" noChangeArrowheads="1"/>
          </p:cNvPicPr>
          <p:nvPr/>
        </p:nvPicPr>
        <p:blipFill rotWithShape="1">
          <a:blip r:embed="rId103">
            <a:extLst>
              <a:ext uri="{28A0092B-C50C-407E-A947-70E740481C1C}">
                <a14:useLocalDpi xmlns:a14="http://schemas.microsoft.com/office/drawing/2010/main" val="0"/>
              </a:ext>
            </a:extLst>
          </a:blip>
          <a:srcRect b="56997"/>
          <a:stretch/>
        </p:blipFill>
        <p:spPr bwMode="auto">
          <a:xfrm>
            <a:off x="12533465" y="13974268"/>
            <a:ext cx="2338345" cy="170097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94" name="Picture 8">
            <a:extLst>
              <a:ext uri="{FF2B5EF4-FFF2-40B4-BE49-F238E27FC236}">
                <a16:creationId xmlns:a16="http://schemas.microsoft.com/office/drawing/2014/main" id="{B00F35ED-4933-9234-A377-C33AA8B203D0}"/>
              </a:ext>
            </a:extLst>
          </p:cNvPr>
          <p:cNvPicPr>
            <a:picLocks noChangeAspect="1" noChangeArrowheads="1"/>
          </p:cNvPicPr>
          <p:nvPr/>
        </p:nvPicPr>
        <p:blipFill rotWithShape="1">
          <a:blip r:embed="rId103">
            <a:extLst>
              <a:ext uri="{28A0092B-C50C-407E-A947-70E740481C1C}">
                <a14:useLocalDpi xmlns:a14="http://schemas.microsoft.com/office/drawing/2010/main" val="0"/>
              </a:ext>
            </a:extLst>
          </a:blip>
          <a:srcRect t="42069"/>
          <a:stretch/>
        </p:blipFill>
        <p:spPr bwMode="auto">
          <a:xfrm>
            <a:off x="15024952" y="14042050"/>
            <a:ext cx="1795569" cy="1759566"/>
          </a:xfrm>
          <a:prstGeom prst="rect">
            <a:avLst/>
          </a:prstGeom>
          <a:noFill/>
          <a:extLst>
            <a:ext uri="{909E8E84-426E-40DD-AFC4-6F175D3DCCD1}">
              <a14:hiddenFill xmlns:a14="http://schemas.microsoft.com/office/drawing/2010/main">
                <a:solidFill>
                  <a:srgbClr val="FFFFFF"/>
                </a:solidFill>
              </a14:hiddenFill>
            </a:ext>
          </a:extLst>
        </p:spPr>
      </p:pic>
      <p:pic>
        <p:nvPicPr>
          <p:cNvPr id="1095" name="Picture 10">
            <a:extLst>
              <a:ext uri="{FF2B5EF4-FFF2-40B4-BE49-F238E27FC236}">
                <a16:creationId xmlns:a16="http://schemas.microsoft.com/office/drawing/2014/main" id="{CC2971E8-E47A-E852-373D-AE7B22961877}"/>
              </a:ext>
            </a:extLst>
          </p:cNvPr>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11143190" y="14006063"/>
            <a:ext cx="1219128" cy="2319436"/>
          </a:xfrm>
          <a:prstGeom prst="rect">
            <a:avLst/>
          </a:prstGeom>
          <a:noFill/>
          <a:extLst>
            <a:ext uri="{909E8E84-426E-40DD-AFC4-6F175D3DCCD1}">
              <a14:hiddenFill xmlns:a14="http://schemas.microsoft.com/office/drawing/2010/main">
                <a:solidFill>
                  <a:srgbClr val="FFFFFF"/>
                </a:solidFill>
              </a14:hiddenFill>
            </a:ext>
          </a:extLst>
        </p:spPr>
      </p:pic>
      <p:pic>
        <p:nvPicPr>
          <p:cNvPr id="1100" name="Picture 1099">
            <a:extLst>
              <a:ext uri="{FF2B5EF4-FFF2-40B4-BE49-F238E27FC236}">
                <a16:creationId xmlns:a16="http://schemas.microsoft.com/office/drawing/2014/main" id="{C6D00E7D-12AE-5435-ABFF-B241B4938F76}"/>
              </a:ext>
            </a:extLst>
          </p:cNvPr>
          <p:cNvPicPr>
            <a:picLocks noChangeAspect="1"/>
          </p:cNvPicPr>
          <p:nvPr/>
        </p:nvPicPr>
        <p:blipFill>
          <a:blip r:embed="rId105"/>
          <a:stretch>
            <a:fillRect/>
          </a:stretch>
        </p:blipFill>
        <p:spPr>
          <a:xfrm>
            <a:off x="7572141" y="13122049"/>
            <a:ext cx="2626737" cy="1259002"/>
          </a:xfrm>
          <a:prstGeom prst="rect">
            <a:avLst/>
          </a:prstGeom>
        </p:spPr>
      </p:pic>
      <p:sp>
        <p:nvSpPr>
          <p:cNvPr id="1101" name="TextBox 1100">
            <a:extLst>
              <a:ext uri="{FF2B5EF4-FFF2-40B4-BE49-F238E27FC236}">
                <a16:creationId xmlns:a16="http://schemas.microsoft.com/office/drawing/2014/main" id="{0A1871F7-6EB6-45EF-6D76-29006BC87E76}"/>
              </a:ext>
            </a:extLst>
          </p:cNvPr>
          <p:cNvSpPr txBox="1"/>
          <p:nvPr/>
        </p:nvSpPr>
        <p:spPr>
          <a:xfrm>
            <a:off x="7419327" y="12431694"/>
            <a:ext cx="3047789" cy="646331"/>
          </a:xfrm>
          <a:prstGeom prst="rect">
            <a:avLst/>
          </a:prstGeom>
          <a:noFill/>
        </p:spPr>
        <p:txBody>
          <a:bodyPr wrap="square" rtlCol="0">
            <a:spAutoFit/>
          </a:bodyPr>
          <a:lstStyle/>
          <a:p>
            <a:r>
              <a:rPr lang="en-US" sz="1200"/>
              <a:t>Question for audience:</a:t>
            </a:r>
          </a:p>
          <a:p>
            <a:r>
              <a:rPr lang="en-US" sz="1200"/>
              <a:t>For the closest approach grazing surface of the sun, what is phi, u, and w?</a:t>
            </a:r>
          </a:p>
        </p:txBody>
      </p:sp>
      <p:pic>
        <p:nvPicPr>
          <p:cNvPr id="1110" name="Picture 1109">
            <a:extLst>
              <a:ext uri="{FF2B5EF4-FFF2-40B4-BE49-F238E27FC236}">
                <a16:creationId xmlns:a16="http://schemas.microsoft.com/office/drawing/2014/main" id="{FD8B0828-F2ED-B470-D519-5EBC5DAEA452}"/>
              </a:ext>
            </a:extLst>
          </p:cNvPr>
          <p:cNvPicPr>
            <a:picLocks noChangeAspect="1"/>
          </p:cNvPicPr>
          <p:nvPr/>
        </p:nvPicPr>
        <p:blipFill>
          <a:blip r:embed="rId106"/>
          <a:stretch>
            <a:fillRect/>
          </a:stretch>
        </p:blipFill>
        <p:spPr>
          <a:xfrm>
            <a:off x="13900207" y="25957150"/>
            <a:ext cx="3179676" cy="2231232"/>
          </a:xfrm>
          <a:prstGeom prst="rect">
            <a:avLst/>
          </a:prstGeom>
        </p:spPr>
      </p:pic>
      <p:pic>
        <p:nvPicPr>
          <p:cNvPr id="1111" name="Picture 1110">
            <a:extLst>
              <a:ext uri="{FF2B5EF4-FFF2-40B4-BE49-F238E27FC236}">
                <a16:creationId xmlns:a16="http://schemas.microsoft.com/office/drawing/2014/main" id="{4C8B43D2-689C-1E65-D63B-AABED1E0F8F1}"/>
              </a:ext>
            </a:extLst>
          </p:cNvPr>
          <p:cNvPicPr>
            <a:picLocks noChangeAspect="1"/>
          </p:cNvPicPr>
          <p:nvPr/>
        </p:nvPicPr>
        <p:blipFill>
          <a:blip r:embed="rId107"/>
          <a:stretch>
            <a:fillRect/>
          </a:stretch>
        </p:blipFill>
        <p:spPr>
          <a:xfrm>
            <a:off x="7731532" y="22405895"/>
            <a:ext cx="3153338" cy="1114635"/>
          </a:xfrm>
          <a:prstGeom prst="rect">
            <a:avLst/>
          </a:prstGeom>
        </p:spPr>
      </p:pic>
      <mc:AlternateContent xmlns:mc="http://schemas.openxmlformats.org/markup-compatibility/2006">
        <mc:Choice xmlns:p14="http://schemas.microsoft.com/office/powerpoint/2010/main" Requires="p14">
          <p:contentPart p14:bwMode="auto" r:id="rId108">
            <p14:nvContentPartPr>
              <p14:cNvPr id="3" name="Ink 2">
                <a:extLst>
                  <a:ext uri="{FF2B5EF4-FFF2-40B4-BE49-F238E27FC236}">
                    <a16:creationId xmlns:a16="http://schemas.microsoft.com/office/drawing/2014/main" id="{0F93F679-2D09-8352-6E20-5AAECBC005B8}"/>
                  </a:ext>
                </a:extLst>
              </p14:cNvPr>
              <p14:cNvContentPartPr/>
              <p14:nvPr/>
            </p14:nvContentPartPr>
            <p14:xfrm>
              <a:off x="12960090" y="12548819"/>
              <a:ext cx="14662" cy="22152"/>
            </p14:xfrm>
          </p:contentPart>
        </mc:Choice>
        <mc:Fallback>
          <p:pic>
            <p:nvPicPr>
              <p:cNvPr id="3" name="Ink 2">
                <a:extLst>
                  <a:ext uri="{FF2B5EF4-FFF2-40B4-BE49-F238E27FC236}">
                    <a16:creationId xmlns:a16="http://schemas.microsoft.com/office/drawing/2014/main" id="{0F93F679-2D09-8352-6E20-5AAECBC005B8}"/>
                  </a:ext>
                </a:extLst>
              </p:cNvPr>
              <p:cNvPicPr/>
              <p:nvPr/>
            </p:nvPicPr>
            <p:blipFill>
              <a:blip r:embed="rId109"/>
              <a:stretch>
                <a:fillRect/>
              </a:stretch>
            </p:blipFill>
            <p:spPr>
              <a:xfrm>
                <a:off x="12942635" y="12531590"/>
                <a:ext cx="49222" cy="56962"/>
              </a:xfrm>
              <a:prstGeom prst="rect">
                <a:avLst/>
              </a:prstGeom>
            </p:spPr>
          </p:pic>
        </mc:Fallback>
      </mc:AlternateContent>
    </p:spTree>
    <p:extLst>
      <p:ext uri="{BB962C8B-B14F-4D97-AF65-F5344CB8AC3E}">
        <p14:creationId xmlns:p14="http://schemas.microsoft.com/office/powerpoint/2010/main" val="39689449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2</Slides>
  <Notes>1</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Dyson, Joseph F A</dc:creator>
  <cp:revision>2</cp:revision>
  <dcterms:created xsi:type="dcterms:W3CDTF">2026-06-03T10:06:47Z</dcterms:created>
  <dcterms:modified xsi:type="dcterms:W3CDTF">2026-06-11T06:07:35Z</dcterms:modified>
</cp:coreProperties>
</file>