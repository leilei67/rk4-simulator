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777708-E756-506E-3C0B-4F62D69356DF}" v="13" dt="2026-06-05T13:07:37.8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n, Leiyi" userId="S::ls2425@ic.ac.uk::d7287061-51d8-422f-82ab-a2f4e25c0b3f" providerId="AD" clId="Web-{AC777708-E756-506E-3C0B-4F62D69356DF}"/>
    <pc:docChg chg="addSld modSld">
      <pc:chgData name="Sun, Leiyi" userId="S::ls2425@ic.ac.uk::d7287061-51d8-422f-82ab-a2f4e25c0b3f" providerId="AD" clId="Web-{AC777708-E756-506E-3C0B-4F62D69356DF}" dt="2026-06-05T13:07:37.837" v="9" actId="14100"/>
      <pc:docMkLst>
        <pc:docMk/>
      </pc:docMkLst>
      <pc:sldChg chg="modSp">
        <pc:chgData name="Sun, Leiyi" userId="S::ls2425@ic.ac.uk::d7287061-51d8-422f-82ab-a2f4e25c0b3f" providerId="AD" clId="Web-{AC777708-E756-506E-3C0B-4F62D69356DF}" dt="2026-06-05T12:59:32.889" v="0" actId="14100"/>
        <pc:sldMkLst>
          <pc:docMk/>
          <pc:sldMk cId="784496792" sldId="256"/>
        </pc:sldMkLst>
        <pc:spChg chg="mod">
          <ac:chgData name="Sun, Leiyi" userId="S::ls2425@ic.ac.uk::d7287061-51d8-422f-82ab-a2f4e25c0b3f" providerId="AD" clId="Web-{AC777708-E756-506E-3C0B-4F62D69356DF}" dt="2026-06-05T12:59:32.889" v="0" actId="14100"/>
          <ac:spMkLst>
            <pc:docMk/>
            <pc:sldMk cId="784496792" sldId="256"/>
            <ac:spMk id="19" creationId="{BD45AF1D-70BE-10C9-BF5E-A2E04CBF1C4C}"/>
          </ac:spMkLst>
        </pc:spChg>
      </pc:sldChg>
      <pc:sldChg chg="addSp delSp modSp add replId">
        <pc:chgData name="Sun, Leiyi" userId="S::ls2425@ic.ac.uk::d7287061-51d8-422f-82ab-a2f4e25c0b3f" providerId="AD" clId="Web-{AC777708-E756-506E-3C0B-4F62D69356DF}" dt="2026-06-05T13:07:37.837" v="9" actId="14100"/>
        <pc:sldMkLst>
          <pc:docMk/>
          <pc:sldMk cId="2396884362" sldId="257"/>
        </pc:sldMkLst>
        <pc:spChg chg="mod">
          <ac:chgData name="Sun, Leiyi" userId="S::ls2425@ic.ac.uk::d7287061-51d8-422f-82ab-a2f4e25c0b3f" providerId="AD" clId="Web-{AC777708-E756-506E-3C0B-4F62D69356DF}" dt="2026-06-05T13:00:09.312" v="3" actId="20577"/>
          <ac:spMkLst>
            <pc:docMk/>
            <pc:sldMk cId="2396884362" sldId="257"/>
            <ac:spMk id="6" creationId="{7598665C-B573-BEB6-9144-E50411EEF9BD}"/>
          </ac:spMkLst>
        </pc:spChg>
        <pc:spChg chg="mod">
          <ac:chgData name="Sun, Leiyi" userId="S::ls2425@ic.ac.uk::d7287061-51d8-422f-82ab-a2f4e25c0b3f" providerId="AD" clId="Web-{AC777708-E756-506E-3C0B-4F62D69356DF}" dt="2026-06-05T13:07:37.837" v="9" actId="14100"/>
          <ac:spMkLst>
            <pc:docMk/>
            <pc:sldMk cId="2396884362" sldId="257"/>
            <ac:spMk id="19" creationId="{5D149591-3AD0-9E4C-335E-37C9BF94C320}"/>
          </ac:spMkLst>
        </pc:spChg>
        <pc:inkChg chg="add">
          <ac:chgData name="Sun, Leiyi" userId="S::ls2425@ic.ac.uk::d7287061-51d8-422f-82ab-a2f4e25c0b3f" providerId="AD" clId="Web-{AC777708-E756-506E-3C0B-4F62D69356DF}" dt="2026-06-05T13:01:43.173" v="4"/>
          <ac:inkMkLst>
            <pc:docMk/>
            <pc:sldMk cId="2396884362" sldId="257"/>
            <ac:inkMk id="2" creationId="{4F3F06AA-612D-7906-264A-27BFE5A75096}"/>
          </ac:inkMkLst>
        </pc:inkChg>
        <pc:inkChg chg="add del">
          <ac:chgData name="Sun, Leiyi" userId="S::ls2425@ic.ac.uk::d7287061-51d8-422f-82ab-a2f4e25c0b3f" providerId="AD" clId="Web-{AC777708-E756-506E-3C0B-4F62D69356DF}" dt="2026-06-05T13:01:47.783" v="6"/>
          <ac:inkMkLst>
            <pc:docMk/>
            <pc:sldMk cId="2396884362" sldId="257"/>
            <ac:inkMk id="3" creationId="{04C7918E-B256-E8E0-8E6A-48BF2F9E1E06}"/>
          </ac:inkMkLst>
        </pc:inkChg>
        <pc:inkChg chg="add">
          <ac:chgData name="Sun, Leiyi" userId="S::ls2425@ic.ac.uk::d7287061-51d8-422f-82ab-a2f4e25c0b3f" providerId="AD" clId="Web-{AC777708-E756-506E-3C0B-4F62D69356DF}" dt="2026-06-05T13:01:52.924" v="7"/>
          <ac:inkMkLst>
            <pc:docMk/>
            <pc:sldMk cId="2396884362" sldId="257"/>
            <ac:inkMk id="4" creationId="{3E5199DD-8593-5155-BB27-E57AD84195DA}"/>
          </ac:inkMkLst>
        </pc:inkChg>
        <pc:inkChg chg="add">
          <ac:chgData name="Sun, Leiyi" userId="S::ls2425@ic.ac.uk::d7287061-51d8-422f-82ab-a2f4e25c0b3f" providerId="AD" clId="Web-{AC777708-E756-506E-3C0B-4F62D69356DF}" dt="2026-06-05T13:02:07.752" v="8"/>
          <ac:inkMkLst>
            <pc:docMk/>
            <pc:sldMk cId="2396884362" sldId="257"/>
            <ac:inkMk id="7" creationId="{D098368C-3B49-59E3-93D1-47E28D7E36E8}"/>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5T13:07:50.984"/>
    </inkml:context>
    <inkml:brush xml:id="br0">
      <inkml:brushProperty name="width" value="0.1" units="cm"/>
      <inkml:brushProperty name="height" value="0.1" units="cm"/>
    </inkml:brush>
  </inkml:definitions>
  <inkml:trace contextRef="#ctx0" brushRef="#br0">19424 4447 16383 0 0,'0'-6'0'0'0,"0"-7"0"0"0,0-6 0 0 0,0-6 0 0 0,0-3 0 0 0,0-3 0 0 0,0-2 0 0 0,0 0 0 0 0,0 0 0 0 0,0 0 0 0 0,0-1 0 0 0,0-2 0 0 0,0 0 0 0 0,0-2 0 0 0,0-1 0 0 0,0-2 0 0 0,0-1 0 0 0,0 0 0 0 0,0-1 0 0 0,0 0 0 0 0,0 0 0 0 0,0 1 0 0 0,0 1 0 0 0,0 0 0 0 0,0 0 0 0 0,0 0 0 0 0,0 0 0 0 0,0 1 0 0 0,0 0 0 0 0,0 1 0 0 0,0 0 0 0 0,0 1 0 0 0,0 0 0 0 0,0-1 0 0 0,0 2 0 0 0,0 0 0 0 0,0 0 0 0 0,0-2 0 0 0,0 0 0 0 0,0-2 0 0 0,0-2 0 0 0,0-3 0 0 0,0-2 0 0 0,0-3 0 0 0,0-2 0 0 0,0-3 0 0 0,0 0 0 0 0,0 0 0 0 0,0 2 0 0 0,0 1 0 0 0,0 3 0 0 0,0 5 0 0 0,0 2 0 0 0,0 2 0 0 0,0 2 0 0 0,0-1 0 0 0,0 1 0 0 0,0 0 0 0 0,0 2 0 0 0,0 1 0 0 0,0 3 0 0 0,0 1 0 0 0,0 1 0 0 0,0 2 0 0 0,0-7 0 0 0,0-2 0 0 0,0 1 0 0 0,0 0 0 0 0,0 4 0 0 0,0 2 0 0 0,0 2 0 0 0,0 2 0 0 0,0 3 0 0 0,0-2 0 0 0,0 2 0 0 0,0 1 0 0 0,0 4 0 0 0,0 2 0 0 0,0 5 0 0 0,0 3 0 0 0,0 2 0 0 0,0 2 0 0 0,0 3 0 0 0,0 2 0 0 0,0 1 0 0 0,0 2 0 0 0,0 1 0 0 0,0 0 0 0 0,0 1 0 0 0,0 3 0 0 0,0 1 0 0 0,0 6 0 0 0,0 5 0 0 0,0 9 0 0 0,0 7 0 0 0,0 8 0 0 0,0 7 0 0 0,0 7 0 0 0,0 7 0 0 0,0 7 0 0 0,0 6 0 0 0,0 6 0 0 0,0 6 0 0 0,0 4 0 0 0,0 7 0 0 0,0 4 0 0 0,0 5 0 0 0,0 5 0 0 0,0 3 0 0 0,0 5 0 0 0,0 5 0 0 0,0 3 0 0 0,0 3 0 0 0,0 3 0 0 0,0 2 0 0 0,0 1 0 0 0,0-1 0 0 0,0-1 0 0 0,0 0 0 0 0,0-1 0 0 0,0 0 0 0 0,0 0 0 0 0,0 1 0 0 0,0 0 0 0 0,0 1 0 0 0,0 1 0 0 0,0 0 0 0 0,0 0 0 0 0,0-1 0 0 0,0-2 0 0 0,0-1 0 0 0,0-3 0 0 0,0-1 0 0 0,0-1 0 0 0,0 0 0 0 0,0 1 0 0 0,0 1 0 0 0,0 1 0 0 0,0 0 0 0 0,0 3 0 0 0,0 0 0 0 0,0 3 0 0 0,0 1 0 0 0,0 2 0 0 0,0 1 0 0 0,0 0 0 0 0,0 1 0 0 0,0 0 0 0 0,0 0 0 0 0,0-1 0 0 0,0-1 0 0 0,0-4 0 0 0,0-2 0 0 0,0-3 0 0 0,0-5 0 0 0,0-4 0 0 0,0-3 0 0 0,0-4 0 0 0,0-2 0 0 0,0-2 0 0 0,0-2 0 0 0,0 0 0 0 0,0-1 0 0 0,0 0 0 0 0,0-1 0 0 0,0 1 0 0 0,0 0 0 0 0,0 1 0 0 0,0 1 0 0 0,0 1 0 0 0,0 1 0 0 0,0 2 0 0 0,0 3 0 0 0,0 4 0 0 0,0 5 0 0 0,0 6 0 0 0,0 5 0 0 0,0 7 0 0 0,0 5 0 0 0,0 5 0 0 0,0 2 0 0 0,0 2 0 0 0,0 2 0 0 0,0-1 0 0 0,0-1 0 0 0,0-2 0 0 0,0-2 0 0 0,0 0 0 0 0,0 26 0 0 0,0 10 0 0 0,0 0 0 0 0,0-5 0 0 0,0-6 0 0 0,0-6 0 0 0,0-4 0 0 0,0-1 0 0 0,0-1 0 0 0,0 2 0 0 0,0 3 0 0 0,0 5 0 0 0,0 4 0 0 0,0 6 0 0 0,0 7 0 0 0,0 8 0 0 0,0 7 0 0 0,0 6 0 0 0,0 6 0 0 0,0 5 0 0 0,0 0 0 0 0,0 1 0 0 0,0-2 0 0 0,0-2 0 0 0,0-3 0 0 0,0-3 0 0 0,0-4 0 0 0,0-1 0 0 0,0-4 0 0 0,0-1 0 0 0,0-2 0 0 0,0-1 0 0 0,0-1 0 0 0,0 0 0 0 0,0 2 0 0 0,0 3 0 0 0,0 5 0 0 0,0 6 0 0 0,0 8 0 0 0,0 9 0 0 0,0 9 0 0 0,0 8 0 0 0,0 5 0 0 0,0 5 0 0 0,0 2 0 0 0,0 1 0 0 0,0 1 0 0 0,0-1 0 0 0,0 1 0 0 0,0 1 0 0 0,0 2 0 0 0,0 2 0 0 0,0 3 0 0 0,0 3 0 0 0,0 4 0 0 0,0 4 0 0 0,0 4 0 0 0,0 7 0 0 0,0 4 0 0 0,0 4 0 0 0,0 2 0 0 0,0 0 0 0 0,0-2 0 0 0,0-1 0 0 0,0-2 0 0 0,0-1 0 0 0,0 0 0 0 0,0 2 0 0 0,0 4 0 0 0,0 4 0 0 0,0 7 0 0 0,0 9 0 0 0,0 12 0 0 0,0 12 0 0 0,0 10 0 0 0,0 8 0 0 0,0 4 0 0 0,0 0 0 0 0,0 1 0 0 0,0-2 0 0 0,0-1 0 0 0,0 0 0 0 0,0 0 0 0 0,0 1 0 0 0,0 3 0 0 0,0 2 0 0 0,0 5 0 0 0,0 4 0 0 0,0 4 0 0 0,0 3 0 0 0,0 1 0 0 0,0 0 0 0 0,0-2 0 0 0,0-2 0 0 0,0 0 0 0 0,0 1 0 0 0,0 6 0 0 0,0 6 0 0 0,0 10 0 0 0,0 10 0 0 0,0 7 0 0 0,0 5 0 0 0,0 2 0 0 0,0-1 0 0 0,0-1 0 0 0,0-4 0 0 0,0-3 0 0 0,0-3 0 0 0,0-1 0 0 0,0 1 0 0 0,0 1 0 0 0,0 3 0 0 0,0 2 0 0 0,0-2 0 0 0,0-4 0 0 0,0-6 0 0 0,0 59 0 0 0,0 11 0 0 0,0-13 0 0 0,0-24 0 0 0,0 36 0 0 0,0-2 0 0 0,0-22 0 0 0,0-31 0 0 0,0-31 0 0 0,0-28 0 0 0,0-26 0 0 0,0-20 0 0 0,0-17 0 0 0,0-12 0 0 0,0-9 0 0 0,0-10 0 0 0,0-6 0 0 0,0-8 0 0 0,0-6 0 0 0,0-6 0 0 0,0-5 0 0 0,0-4 0 0 0,0-2 0 0 0,0-1 0 0 0,0 0 0 0 0,0 0 0 0 0,0 0 0 0 0,0 0 0 0 0,0-3 0 0 0,0-3 0 0 0,0-5 0 0 0,0-6 0 0 0,0-6 0 0 0,0-6 0 0 0,0-7 0 0 0,0-6 0 0 0,0-4 0 0 0,0-7 0 0 0,0-4 0 0 0,0-6 0 0 0,0-6 0 0 0,0-5 0 0 0,0-6 0 0 0,0-6 0 0 0,0-6 0 0 0,0-3 0 0 0,0-4 0 0 0,0-3 0 0 0,0-2 0 0 0,0-1 0 0 0,0-1 0 0 0,0-2 0 0 0,0-3 0 0 0,0-4 0 0 0,0-6 0 0 0,0-5 0 0 0,0-6 0 0 0,0-3 0 0 0,0-2 0 0 0,0-1 0 0 0,0 19 0 0 0,0 6 0 0 0,0 0 0 0 0,0-5 0 0 0,0-7 0 0 0,0-6 0 0 0,0-5 0 0 0,0-4 0 0 0,0-3 0 0 0,0 0 0 0 0,0 0 0 0 0,0 0 0 0 0,0 0 0 0 0,0-1 0 0 0,0-2 0 0 0,0-3 0 0 0,0-4 0 0 0,0-5 0 0 0,0-7 0 0 0,0-5 0 0 0,0-6 0 0 0,0-6 0 0 0,0-4 0 0 0,0-5 0 0 0,0-1 0 0 0,0-2 0 0 0,0-2 0 0 0,0-1 0 0 0,0-1 0 0 0,0-2 0 0 0,0-1 0 0 0,0-1 0 0 0,0-3 0 0 0,0-2 0 0 0,0-2 0 0 0,0-3 0 0 0,0-1 0 0 0,0-2 0 0 0,0-1 0 0 0,0-1 0 0 0,0-1 0 0 0,0-1 0 0 0,0-1 0 0 0,0 1 0 0 0,0 0 0 0 0,0 1 0 0 0,0-1 0 0 0,0-1 0 0 0,0-2 0 0 0,0-2 0 0 0,0-2 0 0 0,0-2 0 0 0,0-3 0 0 0,0-3 0 0 0,0-2 0 0 0,0-3 0 0 0,0-1 0 0 0,0 0 0 0 0,0-2 0 0 0,0 1 0 0 0,0 0 0 0 0,0 0 0 0 0,0 2 0 0 0,0 1 0 0 0,0 3 0 0 0,0 3 0 0 0,0 4 0 0 0,0 4 0 0 0,0 4 0 0 0,0 5 0 0 0,0 3 0 0 0,0 5 0 0 0,0 3 0 0 0,0 3 0 0 0,0 4 0 0 0,0 4 0 0 0,0 4 0 0 0,0 3 0 0 0,0 5 0 0 0,0 4 0 0 0,0 2 0 0 0,0 4 0 0 0,0 1 0 0 0,0 1 0 0 0,0 1 0 0 0,0-2 0 0 0,0 0 0 0 0,0-1 0 0 0,0-1 0 0 0,0-1 0 0 0,0 1 0 0 0,0-1 0 0 0,0 0 0 0 0,0 1 0 0 0,0 1 0 0 0,0 4 0 0 0,0 2 0 0 0,0 4 0 0 0,0 3 0 0 0,0 3 0 0 0,0 1 0 0 0,0 2 0 0 0,0-1 0 0 0,0-1 0 0 0,0-3 0 0 0,0-2 0 0 0,0-4 0 0 0,0-3 0 0 0,0-1 0 0 0,0-2 0 0 0,0-2 0 0 0,0-3 0 0 0,0-3 0 0 0,0-5 0 0 0,0-3 0 0 0,0-4 0 0 0,0-4 0 0 0,0-4 0 0 0,0-2 0 0 0,0-2 0 0 0,0-1 0 0 0,0-1 0 0 0,0 2 0 0 0,0 0 0 0 0,0 2 0 0 0,0 0 0 0 0,0 0 0 0 0,0 1 0 0 0,0 0 0 0 0,0-1 0 0 0,0-1 0 0 0,0-4 0 0 0,0-5 0 0 0,0-6 0 0 0,0-5 0 0 0,0-7 0 0 0,0-3 0 0 0,0-5 0 0 0,0-3 0 0 0,0-2 0 0 0,0-1 0 0 0,0-1 0 0 0,0-1 0 0 0,0-1 0 0 0,0-1 0 0 0,0 0 0 0 0,0 0 0 0 0,0-1 0 0 0,0 1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 0 0 0 0,0-1 0 0 0,0-3 0 0 0,0-9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5T13:07:50.985"/>
    </inkml:context>
    <inkml:brush xml:id="br0">
      <inkml:brushProperty name="width" value="0.1" units="cm"/>
      <inkml:brushProperty name="height" value="0.1" units="cm"/>
    </inkml:brush>
  </inkml:definitions>
  <inkml:trace contextRef="#ctx0" brushRef="#br0">19429 17872 16383 0 0,'0'2'0'0'0,"0"2"0"0"0,0 3 0 0 0,0 2 0 0 0,0 2 0 0 0,0 1 0 0 0,0 1 0 0 0,0 1 0 0 0,0 1 0 0 0,0 1 0 0 0,0 0 0 0 0,0 1 0 0 0,0-2 0 0 0,0 2 0 0 0,0 2 0 0 0,0 0 0 0 0,0 1 0 0 0,0-1 0 0 0,0 0 0 0 0,0-1 0 0 0,0 2 0 0 0,0 0 0 0 0,0 3 0 0 0,0 2 0 0 0,0 3 0 0 0,0 2 0 0 0,0 2 0 0 0,0 2 0 0 0,0 2 0 0 0,0 1 0 0 0,0 1 0 0 0,0 0 0 0 0,0 1 0 0 0,0-1 0 0 0,0 1 0 0 0,0-1 0 0 0,0 1 0 0 0,0 0 0 0 0,0 1 0 0 0,0 2 0 0 0,0 1 0 0 0,0 2 0 0 0,0 1 0 0 0,0 0 0 0 0,0 1 0 0 0,0 1 0 0 0,0 1 0 0 0,0 0 0 0 0,0 2 0 0 0,0-1 0 0 0,0 1 0 0 0,0 0 0 0 0,0-1 0 0 0,0 0 0 0 0,0 1 0 0 0,0 0 0 0 0,0-1 0 0 0,0 1 0 0 0,0 0 0 0 0,0 0 0 0 0,0 0 0 0 0,0 1 0 0 0,0 1 0 0 0,0 1 0 0 0,0 2 0 0 0,0 3 0 0 0,0 1 0 0 0,0 2 0 0 0,0 1 0 0 0,0 0 0 0 0,0 1 0 0 0,0-2 0 0 0,0-1 0 0 0,0-2 0 0 0,0-1 0 0 0,0-3 0 0 0,0-1 0 0 0,0 0 0 0 0,0-2 0 0 0,0 0 0 0 0,0 1 0 0 0,0-1 0 0 0,0 0 0 0 0,0 2 0 0 0,0 0 0 0 0,0 1 0 0 0,0 2 0 0 0,0 1 0 0 0,0 3 0 0 0,0 1 0 0 0,0 1 0 0 0,0-1 0 0 0,0 2 0 0 0,0-1 0 0 0,0 0 0 0 0,0 1 0 0 0,0-1 0 0 0,0 1 0 0 0,0 0 0 0 0,0 0 0 0 0,0 0 0 0 0,0 0 0 0 0,0-1 0 0 0,0-1 0 0 0,0 0 0 0 0,0 0 0 0 0,0 0 0 0 0,0 1 0 0 0,0 1 0 0 0,0 2 0 0 0,0 0 0 0 0,0 0 0 0 0,0 0 0 0 0,0 0 0 0 0,0-1 0 0 0,0-2 0 0 0,0 0 0 0 0,0-2 0 0 0,0 0 0 0 0,0 1 0 0 0,0 0 0 0 0,0 0 0 0 0,0 1 0 0 0,0-1 0 0 0,0 0 0 0 0,0 0 0 0 0,0 0 0 0 0,0 1 0 0 0,0 2 0 0 0,0 0 0 0 0,0 1 0 0 0,0 2 0 0 0,0 2 0 0 0,0 0 0 0 0,0 2 0 0 0,0-1 0 0 0,0 0 0 0 0,0-1 0 0 0,0-1 0 0 0,0 1 0 0 0,0-1 0 0 0,0 0 0 0 0,0 0 0 0 0,0-1 0 0 0,0 0 0 0 0,0-1 0 0 0,0 0 0 0 0,0-1 0 0 0,0 0 0 0 0,0-1 0 0 0,0 0 0 0 0,0-1 0 0 0,0 0 0 0 0,0 2 0 0 0,0-1 0 0 0,0 1 0 0 0,0 1 0 0 0,0 0 0 0 0,0 1 0 0 0,0 0 0 0 0,0 0 0 0 0,0 3 0 0 0,0 2 0 0 0,0 4 0 0 0,0 3 0 0 0,0 4 0 0 0,0 5 0 0 0,0 5 0 0 0,0 3 0 0 0,0 2 0 0 0,0 3 0 0 0,0-1 0 0 0,0 1 0 0 0,0-2 0 0 0,0-1 0 0 0,0-2 0 0 0,0-2 0 0 0,0-2 0 0 0,0-2 0 0 0,0-2 0 0 0,0-1 0 0 0,0-1 0 0 0,0-3 0 0 0,0 0 0 0 0,0-3 0 0 0,0-1 0 0 0,0-2 0 0 0,0-1 0 0 0,0-1 0 0 0,0 0 0 0 0,0-2 0 0 0,0 0 0 0 0,0-1 0 0 0,0 1 0 0 0,0 0 0 0 0,0 1 0 0 0,0 2 0 0 0,0 1 0 0 0,0 0 0 0 0,0 0 0 0 0,0 0 0 0 0,0-2 0 0 0,0-1 0 0 0,0 11 0 0 0,0 2 0 0 0,0-3 0 0 0,0-5 0 0 0,0-6 0 0 0,0-4 0 0 0,0-5 0 0 0,0-2 0 0 0,0-2 0 0 0,0 2 0 0 0,0 0 0 0 0,0 3 0 0 0,0 2 0 0 0,0 0 0 0 0,0 0 0 0 0,0 1 0 0 0,0-1 0 0 0,0 1 0 0 0,0-1 0 0 0,0 0 0 0 0,0 1 0 0 0,0 0 0 0 0,0 2 0 0 0,0 1 0 0 0,0 2 0 0 0,0 1 0 0 0,0 0 0 0 0,0 2 0 0 0,0-1 0 0 0,0 1 0 0 0,0-1 0 0 0,0-1 0 0 0,0-1 0 0 0,0-2 0 0 0,0-2 0 0 0,0-1 0 0 0,0-1 0 0 0,0-1 0 0 0,0-1 0 0 0,0-1 0 0 0,0 0 0 0 0,0-1 0 0 0,0-1 0 0 0,0 2 0 0 0,0 0 0 0 0,0 1 0 0 0,0 1 0 0 0,0-2 0 0 0,0 1 0 0 0,0 0 0 0 0,0 0 0 0 0,0 1 0 0 0,0 0 0 0 0,0 1 0 0 0,0 1 0 0 0,0 1 0 0 0,0 0 0 0 0,0-1 0 0 0,0 0 0 0 0,0-1 0 0 0,0-1 0 0 0,0-2 0 0 0,0 0 0 0 0,0-2 0 0 0,0 0 0 0 0,0-2 0 0 0,0-1 0 0 0,0 0 0 0 0,0 1 0 0 0,0 1 0 0 0,0 1 0 0 0,0 0 0 0 0,0 1 0 0 0,0-1 0 0 0,0 1 0 0 0,0 0 0 0 0,0 0 0 0 0,0 0 0 0 0,0 0 0 0 0,0 0 0 0 0,0 0 0 0 0,0-1 0 0 0,0 0 0 0 0,0-1 0 0 0,0-1 0 0 0,0 0 0 0 0,0-2 0 0 0,0-1 0 0 0,0-2 0 0 0,0-1 0 0 0,0-2 0 0 0,0-1 0 0 0,0-2 0 0 0,0-1 0 0 0,0-1 0 0 0,0 0 0 0 0,0 6 0 0 0,0 4 0 0 0,0-2 0 0 0,0-1 0 0 0,0-3 0 0 0,0-2 0 0 0,0-2 0 0 0,0-1 0 0 0,0-2 0 0 0,0-1 0 0 0,0-1 0 0 0,0 0 0 0 0,0-1 0 0 0,0 0 0 0 0,0-2 0 0 0,0 0 0 0 0,0-2 0 0 0,0-1 0 0 0,0-2 0 0 0,0-2 0 0 0,0-4 0 0 0,0-3 0 0 0,0-2 0 0 0,0-2 0 0 0,0 0 0 0 0,0-2 0 0 0,0 1 0 0 0,0 1 0 0 0,0 0 0 0 0,0 2 0 0 0,0 0 0 0 0,0 2 0 0 0,0 1 0 0 0,0 1 0 0 0,0 1 0 0 0,0 1 0 0 0,0 0 0 0 0,0-1 0 0 0,0-1 0 0 0,0 0 0 0 0,0-3 0 0 0,0-1 0 0 0,0-3 0 0 0,0-3 0 0 0,0-3 0 0 0,0-1 0 0 0,0-1 0 0 0,0-1 0 0 0,0 0 0 0 0,0-2 0 0 0,0 0 0 0 0,0-2 0 0 0,0-1 0 0 0,0-1 0 0 0,0-1 0 0 0,0 0 0 0 0,0-1 0 0 0,0 0 0 0 0,0 0 0 0 0,0 0 0 0 0,0 0 0 0 0,0 0 0 0 0,0 0 0 0 0,0 0 0 0 0,0 1 0 0 0,0-1 0 0 0,0 0 0 0 0,0 0 0 0 0,0 1 0 0 0,0-1 0 0 0,0 0 0 0 0,0 0 0 0 0,0 1 0 0 0,0-3 0 0 0,0-1 0 0 0,0-2 0 0 0,0-1 0 0 0,0-2 0 0 0,0-2 0 0 0,0-2 0 0 0,0-3 0 0 0,0-4 0 0 0,0-6 0 0 0,0-5 0 0 0,0-6 0 0 0,0-5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5T13:07:50.986"/>
    </inkml:context>
    <inkml:brush xml:id="br0">
      <inkml:brushProperty name="width" value="0.1" units="cm"/>
      <inkml:brushProperty name="height" value="0.1" units="cm"/>
    </inkml:brush>
  </inkml:definitions>
  <inkml:trace contextRef="#ctx0" brushRef="#br0">15785 11325 16383 0 0,'-2'0'0'0'0,"-3"0"0"0"0,-3 0 0 0 0,-1 0 0 0 0,-2 0 0 0 0,-2 0 0 0 0,-1 0 0 0 0,-4 0 0 0 0,-2 0 0 0 0,-1 0 0 0 0,0 0 0 0 0,-2 0 0 0 0,0 0 0 0 0,1 0 0 0 0,1 0 0 0 0,-4 0 0 0 0,0 0 0 0 0,0 0 0 0 0,1 0 0 0 0,2 0 0 0 0,1 0 0 0 0,1 0 0 0 0,2 0 0 0 0,1 0 0 0 0,1 0 0 0 0,1 0 0 0 0,0 0 0 0 0,2 0 0 0 0,0 0 0 0 0,2 0 0 0 0,0 0 0 0 0,2 0 0 0 0,0 0 0 0 0,1 0 0 0 0,0 0 0 0 0,0 0 0 0 0,0 0 0 0 0,1 0 0 0 0,0 0 0 0 0,2 0 0 0 0,0 0 0 0 0,2 0 0 0 0,2 0 0 0 0,2 0 0 0 0,2 0 0 0 0,2 0 0 0 0,3 0 0 0 0,1 0 0 0 0,2 0 0 0 0,2 0 0 0 0,3 0 0 0 0,1 0 0 0 0,2 0 0 0 0,3 0 0 0 0,1 0 0 0 0,2 0 0 0 0,3 0 0 0 0,2 0 0 0 0,3 0 0 0 0,3 0 0 0 0,3 0 0 0 0,3 0 0 0 0,2 0 0 0 0,4 0 0 0 0,1 0 0 0 0,3 0 0 0 0,3 0 0 0 0,2 0 0 0 0,2 0 0 0 0,3 0 0 0 0,1 0 0 0 0,2 0 0 0 0,2 0 0 0 0,3 0 0 0 0,1 0 0 0 0,4 0 0 0 0,1 0 0 0 0,4 0 0 0 0,2 0 0 0 0,2 0 0 0 0,2 0 0 0 0,2 0 0 0 0,0 0 0 0 0,2 0 0 0 0,-2 0 0 0 0,1 0 0 0 0,0 0 0 0 0,-1 0 0 0 0,1 0 0 0 0,0 0 0 0 0,0 0 0 0 0,0 0 0 0 0,0 0 0 0 0,0 0 0 0 0,1 0 0 0 0,1 0 0 0 0,0 0 0 0 0,3 0 0 0 0,2 0 0 0 0,2 0 0 0 0,2 0 0 0 0,2 0 0 0 0,3 0 0 0 0,3 0 0 0 0,3 0 0 0 0,5 0 0 0 0,4 0 0 0 0,4 0 0 0 0,3 0 0 0 0,4 0 0 0 0,4 0 0 0 0,7 0 0 0 0,4 0 0 0 0,6 0 0 0 0,6 0 0 0 0,6 0 0 0 0,4 0 0 0 0,36 0 0 0 0,15 0 0 0 0,3 0 0 0 0,-3 0 0 0 0,31 0 0 0 0,7 0 0 0 0,-3 0 0 0 0,-9 0 0 0 0,-9 0 0 0 0,-7 0 0 0 0,-5 0 0 0 0,-3 0 0 0 0,-3 0 0 0 0,-3 0 0 0 0,-5 0 0 0 0,-3 0 0 0 0,-4 0 0 0 0,-4 0 0 0 0,-3 0 0 0 0,-2 0 0 0 0,-4 0 0 0 0,-1 0 0 0 0,-2 0 0 0 0,-2 0 0 0 0,-2 0 0 0 0,-2 0 0 0 0,-3 0 0 0 0,0 0 0 0 0,-4 0 0 0 0,0 0 0 0 0,-3 0 0 0 0,0 0 0 0 0,1 0 0 0 0,0 0 0 0 0,1 0 0 0 0,1 0 0 0 0,1 0 0 0 0,1 0 0 0 0,0 0 0 0 0,-1 0 0 0 0,0 0 0 0 0,-2 0 0 0 0,0 0 0 0 0,0 0 0 0 0,0 0 0 0 0,0 0 0 0 0,3 0 0 0 0,3 0 0 0 0,5 0 0 0 0,4 0 0 0 0,5 0 0 0 0,7 0 0 0 0,5 0 0 0 0,6 0 0 0 0,6 0 0 0 0,6 0 0 0 0,6 0 0 0 0,7 0 0 0 0,8 0 0 0 0,5 0 0 0 0,7 0 0 0 0,2 0 0 0 0,3 0 0 0 0,0 0 0 0 0,2 0 0 0 0,0 0 0 0 0,1 0 0 0 0,2 0 0 0 0,3 0 0 0 0,2 0 0 0 0,5 0 0 0 0,5 0 0 0 0,7 0 0 0 0,9 0 0 0 0,9 0 0 0 0,8 0 0 0 0,8 0 0 0 0,6 0 0 0 0,4 0 0 0 0,4 0 0 0 0,1 0 0 0 0,3 0 0 0 0,2 0 0 0 0,3 0 0 0 0,4 0 0 0 0,4 0 0 0 0,6 0 0 0 0,6 0 0 0 0,6 0 0 0 0,6 0 0 0 0,4 0 0 0 0,1 0 0 0 0,0 0 0 0 0,-1 0 0 0 0,0 0 0 0 0,-1 0 0 0 0,3 0 0 0 0,3 0 0 0 0,7 0 0 0 0,9 0 0 0 0,8 0 0 0 0,6 0 0 0 0,5 0 0 0 0,1 0 0 0 0,0 0 0 0 0,-3 0 0 0 0,-4 0 0 0 0,-3 0 0 0 0,-4 0 0 0 0,-2 0 0 0 0,-1 0 0 0 0,0 0 0 0 0,1 0 0 0 0,0 0 0 0 0,-1 0 0 0 0,-4 0 0 0 0,-4 0 0 0 0,-6 0 0 0 0,-3 0 0 0 0,-4 0 0 0 0,-2 0 0 0 0,1 0 0 0 0,4 0 0 0 0,3 0 0 0 0,3 0 0 0 0,1 0 0 0 0,0 0 0 0 0,-4 0 0 0 0,-7 0 0 0 0,-8 0 0 0 0,-10 0 0 0 0,-9 0 0 0 0,-10 0 0 0 0,-8 0 0 0 0,-8 0 0 0 0,-6 0 0 0 0,-4 0 0 0 0,-3 0 0 0 0,-1 0 0 0 0,-1 0 0 0 0,-2 0 0 0 0,-4 0 0 0 0,-4 0 0 0 0,-6 0 0 0 0,-6 0 0 0 0,-6 0 0 0 0,-5 0 0 0 0,-3 0 0 0 0,-2 0 0 0 0,-2 0 0 0 0,-1 0 0 0 0,1 0 0 0 0,-1 0 0 0 0,1 0 0 0 0,2 0 0 0 0,0 0 0 0 0,1 0 0 0 0,-1 0 0 0 0,-4 0 0 0 0,-3 0 0 0 0,-6 0 0 0 0,-7 0 0 0 0,-6 0 0 0 0,-5 0 0 0 0,-6 0 0 0 0,-2 0 0 0 0,-4 0 0 0 0,-1 0 0 0 0,-2 0 0 0 0,-1 0 0 0 0,1 0 0 0 0,1 0 0 0 0,3 0 0 0 0,2 0 0 0 0,4 0 0 0 0,4 0 0 0 0,4 0 0 0 0,1 0 0 0 0,1 0 0 0 0,-1 0 0 0 0,-3 0 0 0 0,-4 0 0 0 0,-6 0 0 0 0,-4 0 0 0 0,-5 0 0 0 0,-3 0 0 0 0,-3 0 0 0 0,-3 0 0 0 0,-2 0 0 0 0,-4 0 0 0 0,-3 0 0 0 0,-4 0 0 0 0,-4 0 0 0 0,-6 0 0 0 0,-4 0 0 0 0,-5 0 0 0 0,-3 0 0 0 0,-5 0 0 0 0,-4 0 0 0 0,-3 0 0 0 0,-4 0 0 0 0,-5 0 0 0 0,-4 0 0 0 0,-4 0 0 0 0,-5 0 0 0 0,-4 0 0 0 0,-3 0 0 0 0,-2 0 0 0 0,-3 0 0 0 0,-3 0 0 0 0,-2 0 0 0 0,-2 0 0 0 0,-3 0 0 0 0,-1 0 0 0 0,-3 0 0 0 0,-1 0 0 0 0,-2 0 0 0 0,-1 0 0 0 0,-2 0 0 0 0,-3 0 0 0 0,-2 0 0 0 0,-3 0 0 0 0,-3 0 0 0 0,-3 0 0 0 0,-4 0 0 0 0,-2 0 0 0 0,-3 0 0 0 0,13 0 0 0 0,2 0 0 0 0,-3 0 0 0 0,-6 0 0 0 0,-7 0 0 0 0,-6 0 0 0 0,-5 0 0 0 0,-5 0 0 0 0,-3 0 0 0 0,-5 0 0 0 0,-2 0 0 0 0,-2 0 0 0 0,-4 0 0 0 0,-3 0 0 0 0,-5 0 0 0 0,-4 0 0 0 0,-5 0 0 0 0,-6 0 0 0 0,-5 0 0 0 0,-7 0 0 0 0,-5 0 0 0 0,-5 0 0 0 0,-4 0 0 0 0,-4 0 0 0 0,-3 0 0 0 0,-4 0 0 0 0,-2 0 0 0 0,-5 0 0 0 0,-4 0 0 0 0,-6 0 0 0 0,-6 0 0 0 0,-7 0 0 0 0,-8 0 0 0 0,-8 0 0 0 0,-8 0 0 0 0,-7 0 0 0 0,-7 0 0 0 0,-8 0 0 0 0,-7 0 0 0 0,-7 0 0 0 0,-8 0 0 0 0,-6 0 0 0 0,-8 0 0 0 0,-8 0 0 0 0,-8 0 0 0 0,-8 0 0 0 0,-10 0 0 0 0,-11 0 0 0 0,-9 0 0 0 0,-11 0 0 0 0,-11 0 0 0 0,-9 0 0 0 0,-11 0 0 0 0,-11 0 0 0 0,-12 0 0 0 0,-13 0 0 0 0,-13 0 0 0 0,-14 0 0 0 0,-13 0 0 0 0,-11 0 0 0 0,-11 0 0 0 0,-8 0 0 0 0,-7 0 0 0 0,-6 0 0 0 0,-4 0 0 0 0,-2 0 0 0 0,-3 0 0 0 0,-2 0 0 0 0,-4 0 0 0 0,-8 0 0 0 0,-7 0 0 0 0,-10 0 0 0 0,-9 0 0 0 0,-7 0 0 0 0,-6 0 0 0 0,-6 0 0 0 0,-6 0 0 0 0,-4 0 0 0 0,-6 0 0 0 0,-5 0 0 0 0,-6 0 0 0 0,-7 0 0 0 0,-8 0 0 0 0,-5 0 0 0 0,-5 0 0 0 0,0 0 0 0 0,2 0 0 0 0,5 0 0 0 0,7 0 0 0 0,7 0 0 0 0,6 0 0 0 0,7 0 0 0 0,2 0 0 0 0,2 0 0 0 0,1 0 0 0 0,1 0 0 0 0,1 0 0 0 0,2 0 0 0 0,2 0 0 0 0,3 0 0 0 0,2 0 0 0 0,1 0 0 0 0,2 0 0 0 0,-2 0 0 0 0,-3 0 0 0 0,-2 0 0 0 0,-4 0 0 0 0,-2 0 0 0 0,0 0 0 0 0,3 0 0 0 0,4 0 0 0 0,8 0 0 0 0,7 0 0 0 0,8 0 0 0 0,8 0 0 0 0,7 0 0 0 0,4 0 0 0 0,1 0 0 0 0,0 0 0 0 0,-2 0 0 0 0,1 0 0 0 0,-1 0 0 0 0,0 0 0 0 0,0 0 0 0 0,0 0 0 0 0,1 0 0 0 0,-1 0 0 0 0,-2 0 0 0 0,-2 0 0 0 0,-5 0 0 0 0,-6 0 0 0 0,-7 0 0 0 0,-9 0 0 0 0,-8 0 0 0 0,-4 0 0 0 0,-3 0 0 0 0,-3 0 0 0 0,0 0 0 0 0,-1 0 0 0 0,1 0 0 0 0,-2 0 0 0 0,-3 0 0 0 0,-4 0 0 0 0,-7 0 0 0 0,-6 0 0 0 0,-4 0 0 0 0,-4 0 0 0 0,-2 0 0 0 0,-2 0 0 0 0,-1 0 0 0 0,-1 0 0 0 0,-2 0 0 0 0,-3 0 0 0 0,-4 0 0 0 0,-4 0 0 0 0,-2 0 0 0 0,-1 0 0 0 0,1 0 0 0 0,3 0 0 0 0,3 0 0 0 0,4 0 0 0 0,2 0 0 0 0,-1 0 0 0 0,0 0 0 0 0,-3 0 0 0 0,-2 0 0 0 0,-3 0 0 0 0,-1 0 0 0 0,1 0 0 0 0,2 0 0 0 0,5 0 0 0 0,3 0 0 0 0,2 0 0 0 0,1 0 0 0 0,-1 0 0 0 0,-3 0 0 0 0,0 0 0 0 0,0 0 0 0 0,1 0 0 0 0,3 0 0 0 0,3 0 0 0 0,4 0 0 0 0,3 0 0 0 0,3 0 0 0 0,-1 0 0 0 0,0 0 0 0 0,-1 0 0 0 0,-1 0 0 0 0,2 0 0 0 0,3 0 0 0 0,4 0 0 0 0,5 0 0 0 0,9 0 0 0 0,8 0 0 0 0,8 0 0 0 0,7 0 0 0 0,4 0 0 0 0,4 0 0 0 0,2 0 0 0 0,3 0 0 0 0,4 0 0 0 0,4 0 0 0 0,5 0 0 0 0,8 0 0 0 0,6 0 0 0 0,9 0 0 0 0,7 0 0 0 0,9 0 0 0 0,8 0 0 0 0,7 0 0 0 0,5 0 0 0 0,5 0 0 0 0,1 0 0 0 0,3 0 0 0 0,1 0 0 0 0,5 0 0 0 0,3 0 0 0 0,6 0 0 0 0,5 0 0 0 0,8 0 0 0 0,8 0 0 0 0,7 0 0 0 0,7 0 0 0 0,8 0 0 0 0,6 0 0 0 0,7 0 0 0 0,8 0 0 0 0,6 0 0 0 0,7 0 0 0 0,5 0 0 0 0,7 0 0 0 0,5 0 0 0 0,3 0 0 0 0,4 0 0 0 0,4 0 0 0 0,1 0 0 0 0,4 0 0 0 0,-24 0 0 0 0,-5 0 0 0 0,6 0 0 0 0,13 0 0 0 0,13 0 0 0 0,12 0 0 0 0,11 0 0 0 0,7 0 0 0 0,6 0 0 0 0,5 0 0 0 0,3 0 0 0 0,4 0 0 0 0,3 0 0 0 0,2 0 0 0 0,2 0 0 0 0,2 0 0 0 0,1 0 0 0 0,2 0 0 0 0,1 0 0 0 0,3 0 0 0 0,3 0 0 0 0,3 0 0 0 0,3 0 0 0 0,3 0 0 0 0,3 0 0 0 0,4 0 0 0 0,3 0 0 0 0,4 0 0 0 0,4 0 0 0 0,3 0 0 0 0,2 0 0 0 0,5 0 0 0 0,3 0 0 0 0,2 0 0 0 0,4 0 0 0 0,3 0 0 0 0,3 0 0 0 0,3 0 0 0 0,1 0 0 0 0,2 0 0 0 0,2 0 0 0 0,-1 0 0 0 0,1 0 0 0 0,1 0 0 0 0,-3 0 0 0 0,-3 0 0 0 0,-4 0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en-US"/>
              <a:t>Click to edit Master title style</a:t>
            </a:r>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US"/>
              <a:t>Click to edit Master subtitle style</a:t>
            </a:r>
          </a:p>
        </p:txBody>
      </p:sp>
      <p:sp>
        <p:nvSpPr>
          <p:cNvPr id="4" name="Date Placeholder 3"/>
          <p:cNvSpPr>
            <a:spLocks noGrp="1"/>
          </p:cNvSpPr>
          <p:nvPr>
            <p:ph type="dt" sz="half" idx="10"/>
          </p:nvPr>
        </p:nvSpPr>
        <p:spPr/>
        <p:txBody>
          <a:bodyPr/>
          <a:lstStyle/>
          <a:p>
            <a:fld id="{DF8A6C17-5AC1-427B-9ACE-071E1E0078ED}" type="datetimeFigureOut">
              <a:rPr lang="en-GB" smtClean="0"/>
              <a:t>05/06/2026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2432478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8A6C17-5AC1-427B-9ACE-071E1E0078ED}" type="datetimeFigureOut">
              <a:rPr lang="en-GB" smtClean="0"/>
              <a:t>05/06/2026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2041563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en-US"/>
              <a:t>Click to edit Master title style</a:t>
            </a:r>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tint val="82000"/>
                  </a:schemeClr>
                </a:solidFill>
              </a:defRPr>
            </a:lvl1pPr>
            <a:lvl2pPr marL="1069162" indent="0">
              <a:buNone/>
              <a:defRPr sz="4677">
                <a:solidFill>
                  <a:schemeClr val="tx1">
                    <a:tint val="82000"/>
                  </a:schemeClr>
                </a:solidFill>
              </a:defRPr>
            </a:lvl2pPr>
            <a:lvl3pPr marL="2138324" indent="0">
              <a:buNone/>
              <a:defRPr sz="4209">
                <a:solidFill>
                  <a:schemeClr val="tx1">
                    <a:tint val="82000"/>
                  </a:schemeClr>
                </a:solidFill>
              </a:defRPr>
            </a:lvl3pPr>
            <a:lvl4pPr marL="3207487" indent="0">
              <a:buNone/>
              <a:defRPr sz="3742">
                <a:solidFill>
                  <a:schemeClr val="tx1">
                    <a:tint val="82000"/>
                  </a:schemeClr>
                </a:solidFill>
              </a:defRPr>
            </a:lvl4pPr>
            <a:lvl5pPr marL="4276649" indent="0">
              <a:buNone/>
              <a:defRPr sz="3742">
                <a:solidFill>
                  <a:schemeClr val="tx1">
                    <a:tint val="82000"/>
                  </a:schemeClr>
                </a:solidFill>
              </a:defRPr>
            </a:lvl5pPr>
            <a:lvl6pPr marL="5345811" indent="0">
              <a:buNone/>
              <a:defRPr sz="3742">
                <a:solidFill>
                  <a:schemeClr val="tx1">
                    <a:tint val="82000"/>
                  </a:schemeClr>
                </a:solidFill>
              </a:defRPr>
            </a:lvl6pPr>
            <a:lvl7pPr marL="6414973" indent="0">
              <a:buNone/>
              <a:defRPr sz="3742">
                <a:solidFill>
                  <a:schemeClr val="tx1">
                    <a:tint val="82000"/>
                  </a:schemeClr>
                </a:solidFill>
              </a:defRPr>
            </a:lvl7pPr>
            <a:lvl8pPr marL="7484135" indent="0">
              <a:buNone/>
              <a:defRPr sz="3742">
                <a:solidFill>
                  <a:schemeClr val="tx1">
                    <a:tint val="82000"/>
                  </a:schemeClr>
                </a:solidFill>
              </a:defRPr>
            </a:lvl8pPr>
            <a:lvl9pPr marL="8553298" indent="0">
              <a:buNone/>
              <a:defRPr sz="3742">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8A6C17-5AC1-427B-9ACE-071E1E0078ED}" type="datetimeFigureOut">
              <a:rPr lang="en-GB" smtClean="0"/>
              <a:t>05/06/2026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220573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470124"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825460" y="8059374"/>
            <a:ext cx="9088041"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8A6C17-5AC1-427B-9ACE-071E1E0078ED}" type="datetimeFigureOut">
              <a:rPr lang="en-GB" smtClean="0"/>
              <a:t>05/06/2026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536909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en-US"/>
              <a:t>Click to edit Master title style</a:t>
            </a:r>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4" name="Content Placeholder 3"/>
          <p:cNvSpPr>
            <a:spLocks noGrp="1"/>
          </p:cNvSpPr>
          <p:nvPr>
            <p:ph sz="half" idx="2"/>
          </p:nvPr>
        </p:nvSpPr>
        <p:spPr>
          <a:xfrm>
            <a:off x="1472912" y="11058863"/>
            <a:ext cx="9046274"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US"/>
              <a:t>Click to edit Master text styles</a:t>
            </a:r>
          </a:p>
        </p:txBody>
      </p:sp>
      <p:sp>
        <p:nvSpPr>
          <p:cNvPr id="6" name="Content Placeholder 5"/>
          <p:cNvSpPr>
            <a:spLocks noGrp="1"/>
          </p:cNvSpPr>
          <p:nvPr>
            <p:ph sz="quarter" idx="4"/>
          </p:nvPr>
        </p:nvSpPr>
        <p:spPr>
          <a:xfrm>
            <a:off x="10825461" y="11058863"/>
            <a:ext cx="9090826"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8A6C17-5AC1-427B-9ACE-071E1E0078ED}" type="datetimeFigureOut">
              <a:rPr lang="en-GB" smtClean="0"/>
              <a:t>05/06/2026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4071407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8A6C17-5AC1-427B-9ACE-071E1E0078ED}" type="datetimeFigureOut">
              <a:rPr lang="en-GB" smtClean="0"/>
              <a:t>05/06/2026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2063734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8A6C17-5AC1-427B-9ACE-071E1E0078ED}" type="datetimeFigureOut">
              <a:rPr lang="en-GB" smtClean="0"/>
              <a:t>05/06/2026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3803253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US"/>
              <a:t>Click to edit Master title style</a:t>
            </a:r>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DF8A6C17-5AC1-427B-9ACE-071E1E0078ED}" type="datetimeFigureOut">
              <a:rPr lang="en-GB" smtClean="0"/>
              <a:t>05/06/2026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193396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US"/>
              <a:t>Click to edit Master title style</a:t>
            </a:r>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US"/>
              <a:t>Click icon to add picture</a:t>
            </a:r>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DF8A6C17-5AC1-427B-9ACE-071E1E0078ED}" type="datetimeFigureOut">
              <a:rPr lang="en-GB" smtClean="0"/>
              <a:t>05/06/2026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3865818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8A6C17-5AC1-427B-9ACE-071E1E0078ED}" type="datetimeFigureOut">
              <a:rPr lang="en-GB" smtClean="0"/>
              <a:t>05/06/2026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396664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8A6C17-5AC1-427B-9ACE-071E1E0078ED}" type="datetimeFigureOut">
              <a:rPr lang="en-GB" smtClean="0"/>
              <a:t>05/06/2026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17A2FED-41EC-42AE-8036-587FF5A3E629}" type="slidenum">
              <a:rPr lang="en-GB" smtClean="0"/>
              <a:t>‹#›</a:t>
            </a:fld>
            <a:endParaRPr lang="en-GB"/>
          </a:p>
        </p:txBody>
      </p:sp>
    </p:spTree>
    <p:extLst>
      <p:ext uri="{BB962C8B-B14F-4D97-AF65-F5344CB8AC3E}">
        <p14:creationId xmlns:p14="http://schemas.microsoft.com/office/powerpoint/2010/main" val="186565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82000"/>
                  </a:schemeClr>
                </a:solidFill>
              </a:defRPr>
            </a:lvl1pPr>
          </a:lstStyle>
          <a:p>
            <a:fld id="{DF8A6C17-5AC1-427B-9ACE-071E1E0078ED}" type="datetimeFigureOut">
              <a:rPr lang="en-GB" smtClean="0"/>
              <a:t>05/06/2026</a:t>
            </a:fld>
            <a:endParaRPr lang="en-GB"/>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82000"/>
                  </a:schemeClr>
                </a:solidFill>
              </a:defRPr>
            </a:lvl1pPr>
          </a:lstStyle>
          <a:p>
            <a:fld id="{117A2FED-41EC-42AE-8036-587FF5A3E629}" type="slidenum">
              <a:rPr lang="en-GB" smtClean="0"/>
              <a:t>‹#›</a:t>
            </a:fld>
            <a:endParaRPr lang="en-GB"/>
          </a:p>
        </p:txBody>
      </p:sp>
    </p:spTree>
    <p:extLst>
      <p:ext uri="{BB962C8B-B14F-4D97-AF65-F5344CB8AC3E}">
        <p14:creationId xmlns:p14="http://schemas.microsoft.com/office/powerpoint/2010/main" val="36065841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customXml" Target="../ink/ink2.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5" Type="http://schemas.openxmlformats.org/officeDocument/2006/relationships/image" Target="../media/image11.png"/><Relationship Id="rId10" Type="http://schemas.openxmlformats.org/officeDocument/2006/relationships/customXml" Target="../ink/ink1.xml"/><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customXml" Target="../ink/ink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454114-7370-2DE3-C288-E0A3F4316640}"/>
              </a:ext>
            </a:extLst>
          </p:cNvPr>
          <p:cNvSpPr/>
          <p:nvPr/>
        </p:nvSpPr>
        <p:spPr>
          <a:xfrm>
            <a:off x="1" y="0"/>
            <a:ext cx="21383624" cy="155606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515"/>
          </a:p>
        </p:txBody>
      </p:sp>
      <p:sp>
        <p:nvSpPr>
          <p:cNvPr id="6" name="TextBox 5">
            <a:extLst>
              <a:ext uri="{FF2B5EF4-FFF2-40B4-BE49-F238E27FC236}">
                <a16:creationId xmlns:a16="http://schemas.microsoft.com/office/drawing/2014/main" id="{B6157D53-1DE2-8F64-A07C-51B56C6EC0F2}"/>
              </a:ext>
            </a:extLst>
          </p:cNvPr>
          <p:cNvSpPr txBox="1"/>
          <p:nvPr/>
        </p:nvSpPr>
        <p:spPr>
          <a:xfrm>
            <a:off x="7351813" y="39998"/>
            <a:ext cx="7579464" cy="1315104"/>
          </a:xfrm>
          <a:prstGeom prst="rect">
            <a:avLst/>
          </a:prstGeom>
          <a:noFill/>
        </p:spPr>
        <p:txBody>
          <a:bodyPr wrap="square" rtlCol="0">
            <a:spAutoFit/>
          </a:bodyPr>
          <a:lstStyle/>
          <a:p>
            <a:r>
              <a:rPr lang="en-GB" sz="7946">
                <a:latin typeface="Bahnschrift Condensed" panose="020B0502040204020203" pitchFamily="34" charset="0"/>
                <a:cs typeface="Aharoni" panose="02010803020104030203" pitchFamily="2" charset="-79"/>
              </a:rPr>
              <a:t>Gravitational Lensing</a:t>
            </a:r>
          </a:p>
        </p:txBody>
      </p:sp>
      <p:sp>
        <p:nvSpPr>
          <p:cNvPr id="19" name="Rectangle: Rounded Corners 18">
            <a:extLst>
              <a:ext uri="{FF2B5EF4-FFF2-40B4-BE49-F238E27FC236}">
                <a16:creationId xmlns:a16="http://schemas.microsoft.com/office/drawing/2014/main" id="{BD45AF1D-70BE-10C9-BF5E-A2E04CBF1C4C}"/>
              </a:ext>
            </a:extLst>
          </p:cNvPr>
          <p:cNvSpPr/>
          <p:nvPr/>
        </p:nvSpPr>
        <p:spPr>
          <a:xfrm>
            <a:off x="1113184" y="2358337"/>
            <a:ext cx="5338854" cy="3645482"/>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0" name="Rectangle: Rounded Corners 19">
            <a:extLst>
              <a:ext uri="{FF2B5EF4-FFF2-40B4-BE49-F238E27FC236}">
                <a16:creationId xmlns:a16="http://schemas.microsoft.com/office/drawing/2014/main" id="{6C15CBC5-C032-DE6D-AC12-D43D5FA60F98}"/>
              </a:ext>
            </a:extLst>
          </p:cNvPr>
          <p:cNvSpPr/>
          <p:nvPr/>
        </p:nvSpPr>
        <p:spPr>
          <a:xfrm>
            <a:off x="10955651" y="2254655"/>
            <a:ext cx="9314790"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1" name="TextBox 20">
            <a:extLst>
              <a:ext uri="{FF2B5EF4-FFF2-40B4-BE49-F238E27FC236}">
                <a16:creationId xmlns:a16="http://schemas.microsoft.com/office/drawing/2014/main" id="{C75153B6-D413-B4E9-C394-F48B56C49BAE}"/>
              </a:ext>
            </a:extLst>
          </p:cNvPr>
          <p:cNvSpPr txBox="1"/>
          <p:nvPr/>
        </p:nvSpPr>
        <p:spPr>
          <a:xfrm>
            <a:off x="1508424" y="2494509"/>
            <a:ext cx="8695686" cy="1384995"/>
          </a:xfrm>
          <a:prstGeom prst="rect">
            <a:avLst/>
          </a:prstGeom>
          <a:noFill/>
        </p:spPr>
        <p:txBody>
          <a:bodyPr wrap="square" rtlCol="0">
            <a:spAutoFit/>
          </a:bodyPr>
          <a:lstStyle/>
          <a:p>
            <a:r>
              <a:rPr lang="en-GB" sz="3600">
                <a:latin typeface="Bahnschrift Condensed" panose="020B0502040204020203" pitchFamily="34" charset="0"/>
              </a:rPr>
              <a:t>1. Equivalence Principle</a:t>
            </a:r>
          </a:p>
          <a:p>
            <a:r>
              <a:rPr lang="en-GB" sz="2400">
                <a:latin typeface="Bahnschrift Condensed" panose="020B0502040204020203" pitchFamily="34" charset="0"/>
              </a:rPr>
              <a:t>Einstein determined that light bends around large masses, due to gravity. A ring of light can often be seen around large objects, called Einstein rings.</a:t>
            </a:r>
          </a:p>
        </p:txBody>
      </p:sp>
      <p:sp>
        <p:nvSpPr>
          <p:cNvPr id="22" name="TextBox 21">
            <a:extLst>
              <a:ext uri="{FF2B5EF4-FFF2-40B4-BE49-F238E27FC236}">
                <a16:creationId xmlns:a16="http://schemas.microsoft.com/office/drawing/2014/main" id="{ED1A5D84-9CCC-E923-4B38-7F76B4DBE894}"/>
              </a:ext>
            </a:extLst>
          </p:cNvPr>
          <p:cNvSpPr txBox="1"/>
          <p:nvPr/>
        </p:nvSpPr>
        <p:spPr>
          <a:xfrm>
            <a:off x="11362376" y="2494511"/>
            <a:ext cx="8695686" cy="2181046"/>
          </a:xfrm>
          <a:prstGeom prst="rect">
            <a:avLst/>
          </a:prstGeom>
          <a:noFill/>
        </p:spPr>
        <p:txBody>
          <a:bodyPr wrap="square" rtlCol="0">
            <a:spAutoFit/>
          </a:bodyPr>
          <a:lstStyle/>
          <a:p>
            <a:r>
              <a:rPr lang="en-GB" sz="3600">
                <a:latin typeface="Bahnschrift Condensed" panose="020B0502040204020203" pitchFamily="34" charset="0"/>
              </a:rPr>
              <a:t>2. Aim</a:t>
            </a:r>
          </a:p>
          <a:p>
            <a:r>
              <a:rPr lang="en-GB" sz="2400">
                <a:latin typeface="Bahnschrift Condensed" panose="020B0502040204020203" pitchFamily="34" charset="0"/>
              </a:rPr>
              <a:t>We used this principle to create a computational model for light bending around the Sun, using a geodesic equation, rk4, and by searching for the impact parameter using binary search. We wanted to see the relationship between the ring radius and the object’s mass.</a:t>
            </a:r>
          </a:p>
        </p:txBody>
      </p:sp>
      <p:pic>
        <p:nvPicPr>
          <p:cNvPr id="1028" name="Picture 4" descr="Einstein ring - Wikipedia">
            <a:extLst>
              <a:ext uri="{FF2B5EF4-FFF2-40B4-BE49-F238E27FC236}">
                <a16:creationId xmlns:a16="http://schemas.microsoft.com/office/drawing/2014/main" id="{FD64610E-ABCC-D955-4C27-A87324603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49811" y="4849920"/>
            <a:ext cx="2797972" cy="28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25" name="Rectangle: Rounded Corners 24">
            <a:extLst>
              <a:ext uri="{FF2B5EF4-FFF2-40B4-BE49-F238E27FC236}">
                <a16:creationId xmlns:a16="http://schemas.microsoft.com/office/drawing/2014/main" id="{1AF005F6-5280-A036-EEE0-2A0B012595D1}"/>
              </a:ext>
            </a:extLst>
          </p:cNvPr>
          <p:cNvSpPr/>
          <p:nvPr/>
        </p:nvSpPr>
        <p:spPr>
          <a:xfrm>
            <a:off x="1113183" y="8689647"/>
            <a:ext cx="19157257"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6" name="TextBox 25">
            <a:extLst>
              <a:ext uri="{FF2B5EF4-FFF2-40B4-BE49-F238E27FC236}">
                <a16:creationId xmlns:a16="http://schemas.microsoft.com/office/drawing/2014/main" id="{0147A387-9771-C25C-80C2-95E8DFB8F2EB}"/>
              </a:ext>
            </a:extLst>
          </p:cNvPr>
          <p:cNvSpPr txBox="1"/>
          <p:nvPr/>
        </p:nvSpPr>
        <p:spPr>
          <a:xfrm>
            <a:off x="1508424" y="8927395"/>
            <a:ext cx="8695686" cy="2550378"/>
          </a:xfrm>
          <a:prstGeom prst="rect">
            <a:avLst/>
          </a:prstGeom>
          <a:noFill/>
        </p:spPr>
        <p:txBody>
          <a:bodyPr wrap="square" rtlCol="0">
            <a:spAutoFit/>
          </a:bodyPr>
          <a:lstStyle/>
          <a:p>
            <a:r>
              <a:rPr lang="en-GB" sz="3600">
                <a:latin typeface="Bahnschrift Condensed" panose="020B0502040204020203" pitchFamily="34" charset="0"/>
              </a:rPr>
              <a:t>3. Binary Search</a:t>
            </a:r>
          </a:p>
          <a:p>
            <a:r>
              <a:rPr lang="en-GB" sz="2400">
                <a:latin typeface="Bahnschrift Condensed" panose="020B0502040204020203" pitchFamily="34" charset="0"/>
              </a:rPr>
              <a:t>An initial guess is made for a light ray to trace, and binary search essentially halves that guess, and goes higher and lower by a half each time until the light falls into the large object. This is how we were able to find the radius of the Einstein ring. The angle through which the ray is fired and falls into the object, is the angular radius of the Einstein ring.</a:t>
            </a:r>
          </a:p>
        </p:txBody>
      </p:sp>
      <p:sp>
        <p:nvSpPr>
          <p:cNvPr id="27" name="TextBox 26">
            <a:extLst>
              <a:ext uri="{FF2B5EF4-FFF2-40B4-BE49-F238E27FC236}">
                <a16:creationId xmlns:a16="http://schemas.microsoft.com/office/drawing/2014/main" id="{5AA125BD-3E8D-F324-0DF7-F28DD1ED5441}"/>
              </a:ext>
            </a:extLst>
          </p:cNvPr>
          <p:cNvSpPr txBox="1"/>
          <p:nvPr/>
        </p:nvSpPr>
        <p:spPr>
          <a:xfrm>
            <a:off x="11249526" y="9601200"/>
            <a:ext cx="6027821" cy="369332"/>
          </a:xfrm>
          <a:prstGeom prst="rect">
            <a:avLst/>
          </a:prstGeom>
          <a:noFill/>
        </p:spPr>
        <p:txBody>
          <a:bodyPr wrap="square" rtlCol="0">
            <a:spAutoFit/>
          </a:bodyPr>
          <a:lstStyle/>
          <a:p>
            <a:r>
              <a:rPr lang="en-GB"/>
              <a:t>Image of galaxy, sun, and light rays, using binary search</a:t>
            </a:r>
          </a:p>
        </p:txBody>
      </p:sp>
      <p:sp>
        <p:nvSpPr>
          <p:cNvPr id="28" name="Rectangle: Rounded Corners 27">
            <a:extLst>
              <a:ext uri="{FF2B5EF4-FFF2-40B4-BE49-F238E27FC236}">
                <a16:creationId xmlns:a16="http://schemas.microsoft.com/office/drawing/2014/main" id="{288346C7-9C20-9C67-E4C7-4E18A664A86C}"/>
              </a:ext>
            </a:extLst>
          </p:cNvPr>
          <p:cNvSpPr/>
          <p:nvPr/>
        </p:nvSpPr>
        <p:spPr>
          <a:xfrm>
            <a:off x="1113184" y="15137606"/>
            <a:ext cx="9314790"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9" name="TextBox 28">
            <a:extLst>
              <a:ext uri="{FF2B5EF4-FFF2-40B4-BE49-F238E27FC236}">
                <a16:creationId xmlns:a16="http://schemas.microsoft.com/office/drawing/2014/main" id="{A1EF7EFF-7DC5-CA6E-6B61-C6683B894714}"/>
              </a:ext>
            </a:extLst>
          </p:cNvPr>
          <p:cNvSpPr txBox="1"/>
          <p:nvPr/>
        </p:nvSpPr>
        <p:spPr>
          <a:xfrm>
            <a:off x="1508424" y="15384342"/>
            <a:ext cx="8695686" cy="2181046"/>
          </a:xfrm>
          <a:prstGeom prst="rect">
            <a:avLst/>
          </a:prstGeom>
          <a:noFill/>
        </p:spPr>
        <p:txBody>
          <a:bodyPr wrap="square" rtlCol="0">
            <a:spAutoFit/>
          </a:bodyPr>
          <a:lstStyle/>
          <a:p>
            <a:r>
              <a:rPr lang="en-GB" sz="3600">
                <a:latin typeface="Bahnschrift Condensed" panose="020B0502040204020203" pitchFamily="34" charset="0"/>
              </a:rPr>
              <a:t>4. 1.75 arcseconds</a:t>
            </a:r>
          </a:p>
          <a:p>
            <a:r>
              <a:rPr lang="en-GB" sz="2400">
                <a:latin typeface="Bahnschrift Condensed" panose="020B0502040204020203" pitchFamily="34" charset="0"/>
              </a:rPr>
              <a:t>In Eddington’s 1919 experiment, during an eclipse, he was able to observe how the light from surrounding stars was bent around the sun, and could be pictured during the eclipse. It was bent by 1.75 arcseconds. This is the value we were looking to achieve with our model, and we did.</a:t>
            </a:r>
          </a:p>
        </p:txBody>
      </p:sp>
      <p:sp>
        <p:nvSpPr>
          <p:cNvPr id="30" name="Rectangle: Rounded Corners 29">
            <a:extLst>
              <a:ext uri="{FF2B5EF4-FFF2-40B4-BE49-F238E27FC236}">
                <a16:creationId xmlns:a16="http://schemas.microsoft.com/office/drawing/2014/main" id="{7E66B35F-566C-BDD4-E71B-53815A8AF428}"/>
              </a:ext>
            </a:extLst>
          </p:cNvPr>
          <p:cNvSpPr/>
          <p:nvPr/>
        </p:nvSpPr>
        <p:spPr>
          <a:xfrm>
            <a:off x="10955650" y="15137606"/>
            <a:ext cx="9314790"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31" name="TextBox 30">
            <a:extLst>
              <a:ext uri="{FF2B5EF4-FFF2-40B4-BE49-F238E27FC236}">
                <a16:creationId xmlns:a16="http://schemas.microsoft.com/office/drawing/2014/main" id="{9B21D42F-7551-67BD-F987-A2C075583783}"/>
              </a:ext>
            </a:extLst>
          </p:cNvPr>
          <p:cNvSpPr txBox="1"/>
          <p:nvPr/>
        </p:nvSpPr>
        <p:spPr>
          <a:xfrm>
            <a:off x="11362376" y="15384342"/>
            <a:ext cx="8695686" cy="2181046"/>
          </a:xfrm>
          <a:prstGeom prst="rect">
            <a:avLst/>
          </a:prstGeom>
          <a:noFill/>
        </p:spPr>
        <p:txBody>
          <a:bodyPr wrap="square" rtlCol="0">
            <a:spAutoFit/>
          </a:bodyPr>
          <a:lstStyle/>
          <a:p>
            <a:r>
              <a:rPr lang="en-GB" sz="3600">
                <a:latin typeface="Bahnschrift Condensed" panose="020B0502040204020203" pitchFamily="34" charset="0"/>
              </a:rPr>
              <a:t>5. Extending to all large masses + Failures</a:t>
            </a:r>
          </a:p>
          <a:p>
            <a:r>
              <a:rPr lang="en-GB" sz="2400">
                <a:latin typeface="Bahnschrift Condensed" panose="020B0502040204020203" pitchFamily="34" charset="0"/>
              </a:rPr>
              <a:t>After we successfully modelled the Sun, we now wanted to find a general model for all large masses through raytracing. Our initial equation for the model used distances such as </a:t>
            </a:r>
            <a:r>
              <a:rPr lang="en-GB" sz="2400" err="1">
                <a:latin typeface="Bahnschrift Condensed" panose="020B0502040204020203" pitchFamily="34" charset="0"/>
              </a:rPr>
              <a:t>Observer</a:t>
            </a:r>
            <a:r>
              <a:rPr lang="en-GB" sz="2400" err="1">
                <a:latin typeface="Bahnschrift Condensed" panose="020B0502040204020203" pitchFamily="34" charset="0"/>
                <a:sym typeface="Wingdings" panose="05000000000000000000" pitchFamily="2" charset="2"/>
              </a:rPr>
              <a:t>Lens</a:t>
            </a:r>
            <a:r>
              <a:rPr lang="en-GB" sz="2400">
                <a:latin typeface="Bahnschrift Condensed" panose="020B0502040204020203" pitchFamily="34" charset="0"/>
                <a:sym typeface="Wingdings" panose="05000000000000000000" pitchFamily="2" charset="2"/>
              </a:rPr>
              <a:t>, </a:t>
            </a:r>
            <a:r>
              <a:rPr lang="en-GB" sz="2400" err="1">
                <a:latin typeface="Bahnschrift Condensed" panose="020B0502040204020203" pitchFamily="34" charset="0"/>
                <a:sym typeface="Wingdings" panose="05000000000000000000" pitchFamily="2" charset="2"/>
              </a:rPr>
              <a:t>ObserverSource</a:t>
            </a:r>
            <a:r>
              <a:rPr lang="en-GB" sz="2400">
                <a:latin typeface="Bahnschrift Condensed" panose="020B0502040204020203" pitchFamily="34" charset="0"/>
                <a:sym typeface="Wingdings" panose="05000000000000000000" pitchFamily="2" charset="2"/>
              </a:rPr>
              <a:t>, </a:t>
            </a:r>
            <a:r>
              <a:rPr lang="en-GB" sz="2400" err="1">
                <a:latin typeface="Bahnschrift Condensed" panose="020B0502040204020203" pitchFamily="34" charset="0"/>
                <a:sym typeface="Wingdings" panose="05000000000000000000" pitchFamily="2" charset="2"/>
              </a:rPr>
              <a:t>LensSource</a:t>
            </a:r>
            <a:r>
              <a:rPr lang="en-GB" sz="2400">
                <a:latin typeface="Bahnschrift Condensed" panose="020B0502040204020203" pitchFamily="34" charset="0"/>
                <a:sym typeface="Wingdings" panose="05000000000000000000" pitchFamily="2" charset="2"/>
              </a:rPr>
              <a:t>. However, DLS did not equal DS-DL. This was due to the expansion of the universe.</a:t>
            </a:r>
            <a:endParaRPr lang="en-GB" sz="2400">
              <a:latin typeface="Bahnschrift Condensed" panose="020B0502040204020203" pitchFamily="34" charset="0"/>
            </a:endParaRPr>
          </a:p>
        </p:txBody>
      </p:sp>
      <p:sp>
        <p:nvSpPr>
          <p:cNvPr id="32" name="Rectangle: Rounded Corners 31">
            <a:extLst>
              <a:ext uri="{FF2B5EF4-FFF2-40B4-BE49-F238E27FC236}">
                <a16:creationId xmlns:a16="http://schemas.microsoft.com/office/drawing/2014/main" id="{727655A4-C2BC-E493-A325-F2942328A1F7}"/>
              </a:ext>
            </a:extLst>
          </p:cNvPr>
          <p:cNvSpPr/>
          <p:nvPr/>
        </p:nvSpPr>
        <p:spPr>
          <a:xfrm>
            <a:off x="1113182" y="21585564"/>
            <a:ext cx="19157257" cy="7109752"/>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33" name="TextBox 32">
            <a:extLst>
              <a:ext uri="{FF2B5EF4-FFF2-40B4-BE49-F238E27FC236}">
                <a16:creationId xmlns:a16="http://schemas.microsoft.com/office/drawing/2014/main" id="{0B3E10A0-8248-F282-EDFB-DDA685156AB1}"/>
              </a:ext>
            </a:extLst>
          </p:cNvPr>
          <p:cNvSpPr txBox="1"/>
          <p:nvPr/>
        </p:nvSpPr>
        <p:spPr>
          <a:xfrm>
            <a:off x="1508423" y="21829258"/>
            <a:ext cx="17883977" cy="1384995"/>
          </a:xfrm>
          <a:prstGeom prst="rect">
            <a:avLst/>
          </a:prstGeom>
          <a:noFill/>
        </p:spPr>
        <p:txBody>
          <a:bodyPr wrap="square" rtlCol="0">
            <a:spAutoFit/>
          </a:bodyPr>
          <a:lstStyle/>
          <a:p>
            <a:r>
              <a:rPr lang="en-GB" sz="3600">
                <a:latin typeface="Bahnschrift Condensed" panose="020B0502040204020203" pitchFamily="34" charset="0"/>
              </a:rPr>
              <a:t>6. Our Updated Model</a:t>
            </a:r>
          </a:p>
          <a:p>
            <a:r>
              <a:rPr lang="en-GB" sz="2400">
                <a:latin typeface="Bahnschrift Condensed" panose="020B0502040204020203" pitchFamily="34" charset="0"/>
              </a:rPr>
              <a:t>Instead of using this model, we used a slightly different one, which ignored the distances and instead used (IDKKKKKKKKKK). This model was compared to the dataset which we had access to, and the model was shown to be reliable, as it was not significantly different to the data.</a:t>
            </a:r>
          </a:p>
        </p:txBody>
      </p:sp>
      <p:pic>
        <p:nvPicPr>
          <p:cNvPr id="35" name="Picture 34" descr="The graph shows a comparison between actual data and a theoretical model of mass versus Einstein Radius Squared, indicating discrepancies at certain values.&#10;&#10;AI-generated content may be incorrect.">
            <a:extLst>
              <a:ext uri="{FF2B5EF4-FFF2-40B4-BE49-F238E27FC236}">
                <a16:creationId xmlns:a16="http://schemas.microsoft.com/office/drawing/2014/main" id="{0908015F-8719-1FAF-3E5D-64E9BA218A0A}"/>
              </a:ext>
            </a:extLst>
          </p:cNvPr>
          <p:cNvPicPr>
            <a:picLocks noChangeAspect="1"/>
          </p:cNvPicPr>
          <p:nvPr/>
        </p:nvPicPr>
        <p:blipFill>
          <a:blip r:embed="rId3"/>
          <a:stretch>
            <a:fillRect/>
          </a:stretch>
        </p:blipFill>
        <p:spPr>
          <a:xfrm>
            <a:off x="1699533" y="23450151"/>
            <a:ext cx="6518035" cy="4746375"/>
          </a:xfrm>
          <a:prstGeom prst="rect">
            <a:avLst/>
          </a:prstGeom>
        </p:spPr>
      </p:pic>
      <p:pic>
        <p:nvPicPr>
          <p:cNvPr id="37" name="Picture 36" descr="The diagram is a residual plot showing the difference between actual and predicted values (Einstein radius) with error bands, indicating the presence of systematic error in the model.&#10;&#10;AI-generated content may be incorrect.">
            <a:extLst>
              <a:ext uri="{FF2B5EF4-FFF2-40B4-BE49-F238E27FC236}">
                <a16:creationId xmlns:a16="http://schemas.microsoft.com/office/drawing/2014/main" id="{2E9DC5F3-2438-B58A-F101-75375F216B92}"/>
              </a:ext>
            </a:extLst>
          </p:cNvPr>
          <p:cNvPicPr>
            <a:picLocks noChangeAspect="1"/>
          </p:cNvPicPr>
          <p:nvPr/>
        </p:nvPicPr>
        <p:blipFill>
          <a:blip r:embed="rId4"/>
          <a:stretch>
            <a:fillRect/>
          </a:stretch>
        </p:blipFill>
        <p:spPr>
          <a:xfrm>
            <a:off x="8803919" y="23688203"/>
            <a:ext cx="7777547" cy="3837470"/>
          </a:xfrm>
          <a:prstGeom prst="rect">
            <a:avLst/>
          </a:prstGeom>
        </p:spPr>
      </p:pic>
      <p:sp>
        <p:nvSpPr>
          <p:cNvPr id="38" name="TextBox 37">
            <a:extLst>
              <a:ext uri="{FF2B5EF4-FFF2-40B4-BE49-F238E27FC236}">
                <a16:creationId xmlns:a16="http://schemas.microsoft.com/office/drawing/2014/main" id="{D3A0066D-D296-51AE-DD59-6BF8E0A80728}"/>
              </a:ext>
            </a:extLst>
          </p:cNvPr>
          <p:cNvSpPr txBox="1"/>
          <p:nvPr/>
        </p:nvSpPr>
        <p:spPr>
          <a:xfrm>
            <a:off x="16581465" y="24161703"/>
            <a:ext cx="3363885" cy="3139321"/>
          </a:xfrm>
          <a:prstGeom prst="rect">
            <a:avLst/>
          </a:prstGeom>
          <a:noFill/>
        </p:spPr>
        <p:txBody>
          <a:bodyPr wrap="square" rtlCol="0">
            <a:spAutoFit/>
          </a:bodyPr>
          <a:lstStyle/>
          <a:p>
            <a:r>
              <a:rPr lang="en-GB">
                <a:latin typeface="Bahnschrift Condensed" panose="020B0502040204020203" pitchFamily="34" charset="0"/>
              </a:rPr>
              <a:t>However, as can be seen here, there is still a very small systematic error in the model, which is causing it to overestimate the radii of the rings.</a:t>
            </a:r>
          </a:p>
          <a:p>
            <a:endParaRPr lang="en-GB">
              <a:latin typeface="Bahnschrift Condensed" panose="020B0502040204020203" pitchFamily="34" charset="0"/>
            </a:endParaRPr>
          </a:p>
          <a:p>
            <a:r>
              <a:rPr lang="en-GB">
                <a:latin typeface="Bahnschrift Condensed" panose="020B0502040204020203" pitchFamily="34" charset="0"/>
              </a:rPr>
              <a:t>Our final model was very reliable:</a:t>
            </a:r>
          </a:p>
          <a:p>
            <a:r>
              <a:rPr lang="en-GB">
                <a:latin typeface="Bahnschrift Condensed" panose="020B0502040204020203" pitchFamily="34" charset="0"/>
              </a:rPr>
              <a:t>R-Squared: 0.9980 (Closer to 1.0 is better)</a:t>
            </a:r>
          </a:p>
          <a:p>
            <a:r>
              <a:rPr lang="en-GB">
                <a:latin typeface="Bahnschrift Condensed" panose="020B0502040204020203" pitchFamily="34" charset="0"/>
              </a:rPr>
              <a:t>MAPE: 1.52% (Average % error)</a:t>
            </a:r>
          </a:p>
          <a:p>
            <a:r>
              <a:rPr lang="en-GB">
                <a:latin typeface="Bahnschrift Condensed" panose="020B0502040204020203" pitchFamily="34" charset="0"/>
              </a:rPr>
              <a:t>RMSE: 0.0649 kpc</a:t>
            </a:r>
          </a:p>
          <a:p>
            <a:r>
              <a:rPr lang="en-GB">
                <a:latin typeface="Bahnschrift Condensed" panose="020B0502040204020203" pitchFamily="34" charset="0"/>
              </a:rPr>
              <a:t>MAE: 0.0598 kpc</a:t>
            </a:r>
          </a:p>
          <a:p>
            <a:endParaRPr lang="en-GB">
              <a:latin typeface="Bahnschrift Condensed" panose="020B0502040204020203" pitchFamily="34" charset="0"/>
            </a:endParaRPr>
          </a:p>
        </p:txBody>
      </p:sp>
      <p:pic>
        <p:nvPicPr>
          <p:cNvPr id="40" name="Picture 39" descr="The diagram compares actual data points of mass versus Einstein radius squared, contrasting them with a theoretical old model, indicating a pattern of data points aligning more closely with the theoretical model than the actual measurements.&#10;&#10;AI-generated content may be incorrect.">
            <a:extLst>
              <a:ext uri="{FF2B5EF4-FFF2-40B4-BE49-F238E27FC236}">
                <a16:creationId xmlns:a16="http://schemas.microsoft.com/office/drawing/2014/main" id="{F2F76B28-1D42-2388-796E-EE4CB160041C}"/>
              </a:ext>
            </a:extLst>
          </p:cNvPr>
          <p:cNvPicPr>
            <a:picLocks noChangeAspect="1"/>
          </p:cNvPicPr>
          <p:nvPr/>
        </p:nvPicPr>
        <p:blipFill>
          <a:blip r:embed="rId5"/>
          <a:stretch>
            <a:fillRect/>
          </a:stretch>
        </p:blipFill>
        <p:spPr>
          <a:xfrm>
            <a:off x="11459895" y="17564484"/>
            <a:ext cx="4325537" cy="3149818"/>
          </a:xfrm>
          <a:prstGeom prst="rect">
            <a:avLst/>
          </a:prstGeom>
        </p:spPr>
      </p:pic>
      <p:pic>
        <p:nvPicPr>
          <p:cNvPr id="42" name="Picture 41" descr="The image is a scatter plot showing the difference between actual and predicted Einstein radii, with an error band indicating the uncertainty in predictions.&#10;&#10;AI-generated content may be incorrect.">
            <a:extLst>
              <a:ext uri="{FF2B5EF4-FFF2-40B4-BE49-F238E27FC236}">
                <a16:creationId xmlns:a16="http://schemas.microsoft.com/office/drawing/2014/main" id="{0F2AC65A-9B5C-3821-3834-A54206F0D4AA}"/>
              </a:ext>
            </a:extLst>
          </p:cNvPr>
          <p:cNvPicPr>
            <a:picLocks noChangeAspect="1"/>
          </p:cNvPicPr>
          <p:nvPr/>
        </p:nvPicPr>
        <p:blipFill>
          <a:blip r:embed="rId6"/>
          <a:stretch>
            <a:fillRect/>
          </a:stretch>
        </p:blipFill>
        <p:spPr>
          <a:xfrm>
            <a:off x="15896566" y="17646860"/>
            <a:ext cx="3086760" cy="2057840"/>
          </a:xfrm>
          <a:prstGeom prst="rect">
            <a:avLst/>
          </a:prstGeom>
        </p:spPr>
      </p:pic>
      <p:pic>
        <p:nvPicPr>
          <p:cNvPr id="43" name="Picture 42" descr="The diagram illustrates a comparison of celestial phenomena, including a sun, moon, starlight path with an exaggerated bend, and a straight path.&#10;&#10;AI-generated content may be incorrect.">
            <a:extLst>
              <a:ext uri="{FF2B5EF4-FFF2-40B4-BE49-F238E27FC236}">
                <a16:creationId xmlns:a16="http://schemas.microsoft.com/office/drawing/2014/main" id="{259695E8-3FA3-938F-2C83-BB8A442B050C}"/>
              </a:ext>
            </a:extLst>
          </p:cNvPr>
          <p:cNvPicPr>
            <a:picLocks noChangeAspect="1"/>
          </p:cNvPicPr>
          <p:nvPr/>
        </p:nvPicPr>
        <p:blipFill>
          <a:blip r:embed="rId7"/>
          <a:stretch>
            <a:fillRect/>
          </a:stretch>
        </p:blipFill>
        <p:spPr>
          <a:xfrm>
            <a:off x="2132143" y="17509533"/>
            <a:ext cx="7276872" cy="2927075"/>
          </a:xfrm>
          <a:prstGeom prst="rect">
            <a:avLst/>
          </a:prstGeom>
        </p:spPr>
      </p:pic>
      <p:sp>
        <p:nvSpPr>
          <p:cNvPr id="45" name="TextBox 44">
            <a:extLst>
              <a:ext uri="{FF2B5EF4-FFF2-40B4-BE49-F238E27FC236}">
                <a16:creationId xmlns:a16="http://schemas.microsoft.com/office/drawing/2014/main" id="{0C9421E7-059D-C4D6-7F51-732860C3C0A6}"/>
              </a:ext>
            </a:extLst>
          </p:cNvPr>
          <p:cNvSpPr txBox="1"/>
          <p:nvPr/>
        </p:nvSpPr>
        <p:spPr>
          <a:xfrm>
            <a:off x="16028515" y="19628090"/>
            <a:ext cx="3363885" cy="1200329"/>
          </a:xfrm>
          <a:prstGeom prst="rect">
            <a:avLst/>
          </a:prstGeom>
          <a:noFill/>
        </p:spPr>
        <p:txBody>
          <a:bodyPr wrap="square" rtlCol="0">
            <a:spAutoFit/>
          </a:bodyPr>
          <a:lstStyle/>
          <a:p>
            <a:r>
              <a:rPr lang="en-GB">
                <a:latin typeface="Bahnschrift Condensed" panose="020B0502040204020203" pitchFamily="34" charset="0"/>
              </a:rPr>
              <a:t>This model was not very reliable:</a:t>
            </a:r>
          </a:p>
          <a:p>
            <a:r>
              <a:rPr lang="en-GB">
                <a:latin typeface="Bahnschrift Condensed" panose="020B0502040204020203" pitchFamily="34" charset="0"/>
              </a:rPr>
              <a:t>R-Squared: 0.8494 (Closer to 1.0 is better)</a:t>
            </a:r>
          </a:p>
          <a:p>
            <a:r>
              <a:rPr lang="en-GB">
                <a:latin typeface="Bahnschrift Condensed" panose="020B0502040204020203" pitchFamily="34" charset="0"/>
              </a:rPr>
              <a:t>MAPE: 9.62% (Average % error)</a:t>
            </a:r>
          </a:p>
          <a:p>
            <a:r>
              <a:rPr lang="en-GB">
                <a:latin typeface="Bahnschrift Condensed" panose="020B0502040204020203" pitchFamily="34" charset="0"/>
              </a:rPr>
              <a:t>RMSE: 0.5611 kpc</a:t>
            </a:r>
          </a:p>
        </p:txBody>
      </p:sp>
      <p:sp>
        <p:nvSpPr>
          <p:cNvPr id="47" name="TextBox 46">
            <a:extLst>
              <a:ext uri="{FF2B5EF4-FFF2-40B4-BE49-F238E27FC236}">
                <a16:creationId xmlns:a16="http://schemas.microsoft.com/office/drawing/2014/main" id="{CC9DE306-B574-4A32-EBF1-930509065F95}"/>
              </a:ext>
            </a:extLst>
          </p:cNvPr>
          <p:cNvSpPr txBox="1"/>
          <p:nvPr/>
        </p:nvSpPr>
        <p:spPr>
          <a:xfrm>
            <a:off x="18934823" y="17912673"/>
            <a:ext cx="1335616" cy="1200329"/>
          </a:xfrm>
          <a:prstGeom prst="rect">
            <a:avLst/>
          </a:prstGeom>
          <a:noFill/>
        </p:spPr>
        <p:txBody>
          <a:bodyPr wrap="square" rtlCol="0">
            <a:spAutoFit/>
          </a:bodyPr>
          <a:lstStyle/>
          <a:p>
            <a:r>
              <a:rPr lang="en-GB">
                <a:latin typeface="Bahnschrift Condensed" panose="020B0502040204020203" pitchFamily="34" charset="0"/>
              </a:rPr>
              <a:t>There is a clear systematic error</a:t>
            </a:r>
          </a:p>
        </p:txBody>
      </p:sp>
      <p:sp>
        <p:nvSpPr>
          <p:cNvPr id="48" name="TextBox 47">
            <a:extLst>
              <a:ext uri="{FF2B5EF4-FFF2-40B4-BE49-F238E27FC236}">
                <a16:creationId xmlns:a16="http://schemas.microsoft.com/office/drawing/2014/main" id="{75651D15-3A64-7899-08C1-CC3A494446A9}"/>
              </a:ext>
            </a:extLst>
          </p:cNvPr>
          <p:cNvSpPr txBox="1"/>
          <p:nvPr/>
        </p:nvSpPr>
        <p:spPr>
          <a:xfrm>
            <a:off x="7178565" y="18616277"/>
            <a:ext cx="1826620" cy="769441"/>
          </a:xfrm>
          <a:prstGeom prst="rect">
            <a:avLst/>
          </a:prstGeom>
          <a:noFill/>
        </p:spPr>
        <p:txBody>
          <a:bodyPr wrap="square" rtlCol="0">
            <a:spAutoFit/>
          </a:bodyPr>
          <a:lstStyle/>
          <a:p>
            <a:r>
              <a:rPr lang="en-GB" sz="4400">
                <a:solidFill>
                  <a:schemeClr val="bg1"/>
                </a:solidFill>
                <a:latin typeface="Bahnschrift Condensed" panose="020B0502040204020203" pitchFamily="34" charset="0"/>
              </a:rPr>
              <a:t>1.75!!!!</a:t>
            </a:r>
          </a:p>
        </p:txBody>
      </p:sp>
      <p:pic>
        <p:nvPicPr>
          <p:cNvPr id="49" name="Picture 48" descr="Classroom Aid - Equivalence Principle xx">
            <a:extLst>
              <a:ext uri="{FF2B5EF4-FFF2-40B4-BE49-F238E27FC236}">
                <a16:creationId xmlns:a16="http://schemas.microsoft.com/office/drawing/2014/main" id="{C94DB853-3600-533C-099E-E594D6297A0F}"/>
              </a:ext>
            </a:extLst>
          </p:cNvPr>
          <p:cNvPicPr>
            <a:picLocks noChangeAspect="1"/>
          </p:cNvPicPr>
          <p:nvPr/>
        </p:nvPicPr>
        <p:blipFill>
          <a:blip r:embed="rId8"/>
          <a:stretch>
            <a:fillRect/>
          </a:stretch>
        </p:blipFill>
        <p:spPr>
          <a:xfrm>
            <a:off x="2624242" y="4049556"/>
            <a:ext cx="6289319" cy="3537742"/>
          </a:xfrm>
          <a:prstGeom prst="rect">
            <a:avLst/>
          </a:prstGeom>
        </p:spPr>
      </p:pic>
      <p:sp>
        <p:nvSpPr>
          <p:cNvPr id="50" name="TextBox 49">
            <a:extLst>
              <a:ext uri="{FF2B5EF4-FFF2-40B4-BE49-F238E27FC236}">
                <a16:creationId xmlns:a16="http://schemas.microsoft.com/office/drawing/2014/main" id="{8F5EB954-C98C-59B8-A541-3DD1CF5199E8}"/>
              </a:ext>
            </a:extLst>
          </p:cNvPr>
          <p:cNvSpPr txBox="1"/>
          <p:nvPr/>
        </p:nvSpPr>
        <p:spPr>
          <a:xfrm>
            <a:off x="9409015" y="4049556"/>
            <a:ext cx="916085" cy="1754326"/>
          </a:xfrm>
          <a:prstGeom prst="rect">
            <a:avLst/>
          </a:prstGeom>
          <a:noFill/>
        </p:spPr>
        <p:txBody>
          <a:bodyPr wrap="square" rtlCol="0">
            <a:spAutoFit/>
          </a:bodyPr>
          <a:lstStyle/>
          <a:p>
            <a:r>
              <a:rPr lang="en-GB"/>
              <a:t>Image of light bending around the sun</a:t>
            </a:r>
          </a:p>
        </p:txBody>
      </p:sp>
      <p:sp>
        <p:nvSpPr>
          <p:cNvPr id="51" name="TextBox 50">
            <a:extLst>
              <a:ext uri="{FF2B5EF4-FFF2-40B4-BE49-F238E27FC236}">
                <a16:creationId xmlns:a16="http://schemas.microsoft.com/office/drawing/2014/main" id="{F746413E-1DF5-0515-3F36-E67980F2A2E2}"/>
              </a:ext>
            </a:extLst>
          </p:cNvPr>
          <p:cNvSpPr txBox="1"/>
          <p:nvPr/>
        </p:nvSpPr>
        <p:spPr>
          <a:xfrm>
            <a:off x="18791924" y="4706215"/>
            <a:ext cx="2401861" cy="369332"/>
          </a:xfrm>
          <a:prstGeom prst="rect">
            <a:avLst/>
          </a:prstGeom>
          <a:noFill/>
        </p:spPr>
        <p:txBody>
          <a:bodyPr wrap="square" rtlCol="0">
            <a:spAutoFit/>
          </a:bodyPr>
          <a:lstStyle/>
          <a:p>
            <a:r>
              <a:rPr lang="en-GB"/>
              <a:t>Rk4 image?</a:t>
            </a:r>
          </a:p>
        </p:txBody>
      </p:sp>
      <p:pic>
        <p:nvPicPr>
          <p:cNvPr id="53" name="Picture 52" descr="The diagram depicts a 2D cross-section illustrating gravitational lensing, with position values on both X (meters) and Y (meters) axes, including a specific value of le10.&#10;&#10;AI-generated content may be incorrect.">
            <a:extLst>
              <a:ext uri="{FF2B5EF4-FFF2-40B4-BE49-F238E27FC236}">
                <a16:creationId xmlns:a16="http://schemas.microsoft.com/office/drawing/2014/main" id="{BEEA62A8-DAC7-20DD-973E-DF888E3F6C2A}"/>
              </a:ext>
            </a:extLst>
          </p:cNvPr>
          <p:cNvPicPr>
            <a:picLocks noChangeAspect="1"/>
          </p:cNvPicPr>
          <p:nvPr/>
        </p:nvPicPr>
        <p:blipFill>
          <a:blip r:embed="rId9"/>
          <a:stretch>
            <a:fillRect/>
          </a:stretch>
        </p:blipFill>
        <p:spPr>
          <a:xfrm>
            <a:off x="14363905" y="4341288"/>
            <a:ext cx="4215640" cy="3400909"/>
          </a:xfrm>
          <a:prstGeom prst="rect">
            <a:avLst/>
          </a:prstGeom>
        </p:spPr>
      </p:pic>
    </p:spTree>
    <p:extLst>
      <p:ext uri="{BB962C8B-B14F-4D97-AF65-F5344CB8AC3E}">
        <p14:creationId xmlns:p14="http://schemas.microsoft.com/office/powerpoint/2010/main" val="784496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480FF9BB-055C-8282-D6B0-D3FFD662D8A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6B40A68-F283-672B-6C76-695C649888F7}"/>
              </a:ext>
            </a:extLst>
          </p:cNvPr>
          <p:cNvSpPr/>
          <p:nvPr/>
        </p:nvSpPr>
        <p:spPr>
          <a:xfrm>
            <a:off x="1" y="0"/>
            <a:ext cx="21383624" cy="1556069"/>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515"/>
          </a:p>
        </p:txBody>
      </p:sp>
      <p:sp>
        <p:nvSpPr>
          <p:cNvPr id="6" name="TextBox 5">
            <a:extLst>
              <a:ext uri="{FF2B5EF4-FFF2-40B4-BE49-F238E27FC236}">
                <a16:creationId xmlns:a16="http://schemas.microsoft.com/office/drawing/2014/main" id="{7598665C-B573-BEB6-9144-E50411EEF9BD}"/>
              </a:ext>
            </a:extLst>
          </p:cNvPr>
          <p:cNvSpPr txBox="1"/>
          <p:nvPr/>
        </p:nvSpPr>
        <p:spPr>
          <a:xfrm>
            <a:off x="7351813" y="39998"/>
            <a:ext cx="7579464" cy="1315104"/>
          </a:xfrm>
          <a:prstGeom prst="rect">
            <a:avLst/>
          </a:prstGeom>
          <a:noFill/>
        </p:spPr>
        <p:txBody>
          <a:bodyPr wrap="square" lIns="91440" tIns="45720" rIns="91440" bIns="45720" rtlCol="0" anchor="t">
            <a:spAutoFit/>
          </a:bodyPr>
          <a:lstStyle/>
          <a:p>
            <a:r>
              <a:rPr lang="en-GB" sz="7900">
                <a:latin typeface="Bahnschrift Condensed"/>
                <a:cs typeface="Aharoni"/>
              </a:rPr>
              <a:t>Gravitational Lensing</a:t>
            </a:r>
            <a:endParaRPr lang="en-GB" sz="7946">
              <a:latin typeface="Bahnschrift Condensed" panose="020B0502040204020203" pitchFamily="34" charset="0"/>
              <a:cs typeface="Aharoni" panose="02010803020104030203" pitchFamily="2" charset="-79"/>
            </a:endParaRPr>
          </a:p>
        </p:txBody>
      </p:sp>
      <p:sp>
        <p:nvSpPr>
          <p:cNvPr id="19" name="Rectangle: Rounded Corners 18">
            <a:extLst>
              <a:ext uri="{FF2B5EF4-FFF2-40B4-BE49-F238E27FC236}">
                <a16:creationId xmlns:a16="http://schemas.microsoft.com/office/drawing/2014/main" id="{5D149591-3AD0-9E4C-335E-37C9BF94C320}"/>
              </a:ext>
            </a:extLst>
          </p:cNvPr>
          <p:cNvSpPr/>
          <p:nvPr/>
        </p:nvSpPr>
        <p:spPr>
          <a:xfrm>
            <a:off x="1113184" y="2358337"/>
            <a:ext cx="9447428" cy="5882801"/>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0" name="Rectangle: Rounded Corners 19">
            <a:extLst>
              <a:ext uri="{FF2B5EF4-FFF2-40B4-BE49-F238E27FC236}">
                <a16:creationId xmlns:a16="http://schemas.microsoft.com/office/drawing/2014/main" id="{328B9B39-3DA1-4D9E-5817-A4CAE51AE32A}"/>
              </a:ext>
            </a:extLst>
          </p:cNvPr>
          <p:cNvSpPr/>
          <p:nvPr/>
        </p:nvSpPr>
        <p:spPr>
          <a:xfrm>
            <a:off x="10955651" y="2254655"/>
            <a:ext cx="9314790"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1" name="TextBox 20">
            <a:extLst>
              <a:ext uri="{FF2B5EF4-FFF2-40B4-BE49-F238E27FC236}">
                <a16:creationId xmlns:a16="http://schemas.microsoft.com/office/drawing/2014/main" id="{E2FC693A-8B71-1CB1-6EDB-7DD770345E2B}"/>
              </a:ext>
            </a:extLst>
          </p:cNvPr>
          <p:cNvSpPr txBox="1"/>
          <p:nvPr/>
        </p:nvSpPr>
        <p:spPr>
          <a:xfrm>
            <a:off x="1508424" y="2494509"/>
            <a:ext cx="8695686" cy="1384995"/>
          </a:xfrm>
          <a:prstGeom prst="rect">
            <a:avLst/>
          </a:prstGeom>
          <a:noFill/>
        </p:spPr>
        <p:txBody>
          <a:bodyPr wrap="square" rtlCol="0">
            <a:spAutoFit/>
          </a:bodyPr>
          <a:lstStyle/>
          <a:p>
            <a:r>
              <a:rPr lang="en-GB" sz="3600">
                <a:latin typeface="Bahnschrift Condensed" panose="020B0502040204020203" pitchFamily="34" charset="0"/>
              </a:rPr>
              <a:t>1. Equivalence Principle</a:t>
            </a:r>
          </a:p>
          <a:p>
            <a:r>
              <a:rPr lang="en-GB" sz="2400">
                <a:latin typeface="Bahnschrift Condensed" panose="020B0502040204020203" pitchFamily="34" charset="0"/>
              </a:rPr>
              <a:t>Einstein determined that light bends around large masses, due to gravity. A ring of light can often be seen around large objects, called Einstein rings.</a:t>
            </a:r>
          </a:p>
        </p:txBody>
      </p:sp>
      <p:sp>
        <p:nvSpPr>
          <p:cNvPr id="22" name="TextBox 21">
            <a:extLst>
              <a:ext uri="{FF2B5EF4-FFF2-40B4-BE49-F238E27FC236}">
                <a16:creationId xmlns:a16="http://schemas.microsoft.com/office/drawing/2014/main" id="{8E04798C-537E-6703-2BB2-D4EC40C4AE4B}"/>
              </a:ext>
            </a:extLst>
          </p:cNvPr>
          <p:cNvSpPr txBox="1"/>
          <p:nvPr/>
        </p:nvSpPr>
        <p:spPr>
          <a:xfrm>
            <a:off x="11362376" y="2494511"/>
            <a:ext cx="8695686" cy="2181046"/>
          </a:xfrm>
          <a:prstGeom prst="rect">
            <a:avLst/>
          </a:prstGeom>
          <a:noFill/>
        </p:spPr>
        <p:txBody>
          <a:bodyPr wrap="square" rtlCol="0">
            <a:spAutoFit/>
          </a:bodyPr>
          <a:lstStyle/>
          <a:p>
            <a:r>
              <a:rPr lang="en-GB" sz="3600">
                <a:latin typeface="Bahnschrift Condensed" panose="020B0502040204020203" pitchFamily="34" charset="0"/>
              </a:rPr>
              <a:t>2. Aim</a:t>
            </a:r>
          </a:p>
          <a:p>
            <a:r>
              <a:rPr lang="en-GB" sz="2400">
                <a:latin typeface="Bahnschrift Condensed" panose="020B0502040204020203" pitchFamily="34" charset="0"/>
              </a:rPr>
              <a:t>We used this principle to create a computational model for light bending around the Sun, using a geodesic equation, rk4, and by searching for the impact parameter using binary search. We wanted to see the relationship between the ring radius and the object’s mass.</a:t>
            </a:r>
          </a:p>
        </p:txBody>
      </p:sp>
      <p:pic>
        <p:nvPicPr>
          <p:cNvPr id="1028" name="Picture 4" descr="Einstein ring - Wikipedia">
            <a:extLst>
              <a:ext uri="{FF2B5EF4-FFF2-40B4-BE49-F238E27FC236}">
                <a16:creationId xmlns:a16="http://schemas.microsoft.com/office/drawing/2014/main" id="{AF20E090-74FD-B8B2-FD42-CB36AFFAF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49811" y="4849920"/>
            <a:ext cx="2797972" cy="28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Lst>
        </p:spPr>
      </p:pic>
      <p:sp>
        <p:nvSpPr>
          <p:cNvPr id="25" name="Rectangle: Rounded Corners 24">
            <a:extLst>
              <a:ext uri="{FF2B5EF4-FFF2-40B4-BE49-F238E27FC236}">
                <a16:creationId xmlns:a16="http://schemas.microsoft.com/office/drawing/2014/main" id="{63F0E140-0343-7A94-788A-2AD1FEE49F79}"/>
              </a:ext>
            </a:extLst>
          </p:cNvPr>
          <p:cNvSpPr/>
          <p:nvPr/>
        </p:nvSpPr>
        <p:spPr>
          <a:xfrm>
            <a:off x="1113183" y="8689647"/>
            <a:ext cx="19157257"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6" name="TextBox 25">
            <a:extLst>
              <a:ext uri="{FF2B5EF4-FFF2-40B4-BE49-F238E27FC236}">
                <a16:creationId xmlns:a16="http://schemas.microsoft.com/office/drawing/2014/main" id="{5BDE00AA-A5F2-9FF1-35CF-A217BE5B537F}"/>
              </a:ext>
            </a:extLst>
          </p:cNvPr>
          <p:cNvSpPr txBox="1"/>
          <p:nvPr/>
        </p:nvSpPr>
        <p:spPr>
          <a:xfrm>
            <a:off x="1508424" y="8927395"/>
            <a:ext cx="8695686" cy="2550378"/>
          </a:xfrm>
          <a:prstGeom prst="rect">
            <a:avLst/>
          </a:prstGeom>
          <a:noFill/>
        </p:spPr>
        <p:txBody>
          <a:bodyPr wrap="square" rtlCol="0">
            <a:spAutoFit/>
          </a:bodyPr>
          <a:lstStyle/>
          <a:p>
            <a:r>
              <a:rPr lang="en-GB" sz="3600">
                <a:latin typeface="Bahnschrift Condensed" panose="020B0502040204020203" pitchFamily="34" charset="0"/>
              </a:rPr>
              <a:t>3. Binary Search</a:t>
            </a:r>
          </a:p>
          <a:p>
            <a:r>
              <a:rPr lang="en-GB" sz="2400">
                <a:latin typeface="Bahnschrift Condensed" panose="020B0502040204020203" pitchFamily="34" charset="0"/>
              </a:rPr>
              <a:t>An initial guess is made for a light ray to trace, and binary search essentially halves that guess, and goes higher and lower by a half each time until the light falls into the large object. This is how we were able to find the radius of the Einstein ring. The angle through which the ray is fired and falls into the object, is the angular radius of the Einstein ring.</a:t>
            </a:r>
          </a:p>
        </p:txBody>
      </p:sp>
      <p:sp>
        <p:nvSpPr>
          <p:cNvPr id="27" name="TextBox 26">
            <a:extLst>
              <a:ext uri="{FF2B5EF4-FFF2-40B4-BE49-F238E27FC236}">
                <a16:creationId xmlns:a16="http://schemas.microsoft.com/office/drawing/2014/main" id="{848537ED-9D12-7C16-4F80-A05BD00BE9CB}"/>
              </a:ext>
            </a:extLst>
          </p:cNvPr>
          <p:cNvSpPr txBox="1"/>
          <p:nvPr/>
        </p:nvSpPr>
        <p:spPr>
          <a:xfrm>
            <a:off x="11249526" y="9601200"/>
            <a:ext cx="6027821" cy="369332"/>
          </a:xfrm>
          <a:prstGeom prst="rect">
            <a:avLst/>
          </a:prstGeom>
          <a:noFill/>
        </p:spPr>
        <p:txBody>
          <a:bodyPr wrap="square" rtlCol="0">
            <a:spAutoFit/>
          </a:bodyPr>
          <a:lstStyle/>
          <a:p>
            <a:r>
              <a:rPr lang="en-GB"/>
              <a:t>Image of galaxy, sun, and light rays, using binary search</a:t>
            </a:r>
          </a:p>
        </p:txBody>
      </p:sp>
      <p:sp>
        <p:nvSpPr>
          <p:cNvPr id="28" name="Rectangle: Rounded Corners 27">
            <a:extLst>
              <a:ext uri="{FF2B5EF4-FFF2-40B4-BE49-F238E27FC236}">
                <a16:creationId xmlns:a16="http://schemas.microsoft.com/office/drawing/2014/main" id="{284B695D-AB44-F803-33E7-65A0E760B502}"/>
              </a:ext>
            </a:extLst>
          </p:cNvPr>
          <p:cNvSpPr/>
          <p:nvPr/>
        </p:nvSpPr>
        <p:spPr>
          <a:xfrm>
            <a:off x="1113184" y="15137606"/>
            <a:ext cx="9314790"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29" name="TextBox 28">
            <a:extLst>
              <a:ext uri="{FF2B5EF4-FFF2-40B4-BE49-F238E27FC236}">
                <a16:creationId xmlns:a16="http://schemas.microsoft.com/office/drawing/2014/main" id="{2105340F-4975-7486-5EEB-3B726C25C778}"/>
              </a:ext>
            </a:extLst>
          </p:cNvPr>
          <p:cNvSpPr txBox="1"/>
          <p:nvPr/>
        </p:nvSpPr>
        <p:spPr>
          <a:xfrm>
            <a:off x="1508424" y="15384342"/>
            <a:ext cx="8695686" cy="2181046"/>
          </a:xfrm>
          <a:prstGeom prst="rect">
            <a:avLst/>
          </a:prstGeom>
          <a:noFill/>
        </p:spPr>
        <p:txBody>
          <a:bodyPr wrap="square" rtlCol="0">
            <a:spAutoFit/>
          </a:bodyPr>
          <a:lstStyle/>
          <a:p>
            <a:r>
              <a:rPr lang="en-GB" sz="3600">
                <a:latin typeface="Bahnschrift Condensed" panose="020B0502040204020203" pitchFamily="34" charset="0"/>
              </a:rPr>
              <a:t>4. 1.75 arcseconds</a:t>
            </a:r>
          </a:p>
          <a:p>
            <a:r>
              <a:rPr lang="en-GB" sz="2400">
                <a:latin typeface="Bahnschrift Condensed" panose="020B0502040204020203" pitchFamily="34" charset="0"/>
              </a:rPr>
              <a:t>In Eddington’s 1919 experiment, during an eclipse, he was able to observe how the light from surrounding stars was bent around the sun, and could be pictured during the eclipse. It was bent by 1.75 arcseconds. This is the value we were looking to achieve with our model, and we did.</a:t>
            </a:r>
          </a:p>
        </p:txBody>
      </p:sp>
      <p:sp>
        <p:nvSpPr>
          <p:cNvPr id="30" name="Rectangle: Rounded Corners 29">
            <a:extLst>
              <a:ext uri="{FF2B5EF4-FFF2-40B4-BE49-F238E27FC236}">
                <a16:creationId xmlns:a16="http://schemas.microsoft.com/office/drawing/2014/main" id="{79AAEE97-BD3E-749F-7286-066CA01D51EF}"/>
              </a:ext>
            </a:extLst>
          </p:cNvPr>
          <p:cNvSpPr/>
          <p:nvPr/>
        </p:nvSpPr>
        <p:spPr>
          <a:xfrm>
            <a:off x="10955650" y="15137606"/>
            <a:ext cx="9314790" cy="5736406"/>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31" name="TextBox 30">
            <a:extLst>
              <a:ext uri="{FF2B5EF4-FFF2-40B4-BE49-F238E27FC236}">
                <a16:creationId xmlns:a16="http://schemas.microsoft.com/office/drawing/2014/main" id="{54E61741-A056-21D8-8AC3-C9A88D4AD261}"/>
              </a:ext>
            </a:extLst>
          </p:cNvPr>
          <p:cNvSpPr txBox="1"/>
          <p:nvPr/>
        </p:nvSpPr>
        <p:spPr>
          <a:xfrm>
            <a:off x="11362376" y="15384342"/>
            <a:ext cx="8695686" cy="2181046"/>
          </a:xfrm>
          <a:prstGeom prst="rect">
            <a:avLst/>
          </a:prstGeom>
          <a:noFill/>
        </p:spPr>
        <p:txBody>
          <a:bodyPr wrap="square" rtlCol="0">
            <a:spAutoFit/>
          </a:bodyPr>
          <a:lstStyle/>
          <a:p>
            <a:r>
              <a:rPr lang="en-GB" sz="3600">
                <a:latin typeface="Bahnschrift Condensed" panose="020B0502040204020203" pitchFamily="34" charset="0"/>
              </a:rPr>
              <a:t>5. Extending to all large masses + Failures</a:t>
            </a:r>
          </a:p>
          <a:p>
            <a:r>
              <a:rPr lang="en-GB" sz="2400">
                <a:latin typeface="Bahnschrift Condensed" panose="020B0502040204020203" pitchFamily="34" charset="0"/>
              </a:rPr>
              <a:t>After we successfully modelled the Sun, we now wanted to find a general model for all large masses through raytracing. Our initial equation for the model used distances such as </a:t>
            </a:r>
            <a:r>
              <a:rPr lang="en-GB" sz="2400" err="1">
                <a:latin typeface="Bahnschrift Condensed" panose="020B0502040204020203" pitchFamily="34" charset="0"/>
              </a:rPr>
              <a:t>Observer</a:t>
            </a:r>
            <a:r>
              <a:rPr lang="en-GB" sz="2400" err="1">
                <a:latin typeface="Bahnschrift Condensed" panose="020B0502040204020203" pitchFamily="34" charset="0"/>
                <a:sym typeface="Wingdings" panose="05000000000000000000" pitchFamily="2" charset="2"/>
              </a:rPr>
              <a:t>Lens</a:t>
            </a:r>
            <a:r>
              <a:rPr lang="en-GB" sz="2400">
                <a:latin typeface="Bahnschrift Condensed" panose="020B0502040204020203" pitchFamily="34" charset="0"/>
                <a:sym typeface="Wingdings" panose="05000000000000000000" pitchFamily="2" charset="2"/>
              </a:rPr>
              <a:t>, </a:t>
            </a:r>
            <a:r>
              <a:rPr lang="en-GB" sz="2400" err="1">
                <a:latin typeface="Bahnschrift Condensed" panose="020B0502040204020203" pitchFamily="34" charset="0"/>
                <a:sym typeface="Wingdings" panose="05000000000000000000" pitchFamily="2" charset="2"/>
              </a:rPr>
              <a:t>ObserverSource</a:t>
            </a:r>
            <a:r>
              <a:rPr lang="en-GB" sz="2400">
                <a:latin typeface="Bahnschrift Condensed" panose="020B0502040204020203" pitchFamily="34" charset="0"/>
                <a:sym typeface="Wingdings" panose="05000000000000000000" pitchFamily="2" charset="2"/>
              </a:rPr>
              <a:t>, </a:t>
            </a:r>
            <a:r>
              <a:rPr lang="en-GB" sz="2400" err="1">
                <a:latin typeface="Bahnschrift Condensed" panose="020B0502040204020203" pitchFamily="34" charset="0"/>
                <a:sym typeface="Wingdings" panose="05000000000000000000" pitchFamily="2" charset="2"/>
              </a:rPr>
              <a:t>LensSource</a:t>
            </a:r>
            <a:r>
              <a:rPr lang="en-GB" sz="2400">
                <a:latin typeface="Bahnschrift Condensed" panose="020B0502040204020203" pitchFamily="34" charset="0"/>
                <a:sym typeface="Wingdings" panose="05000000000000000000" pitchFamily="2" charset="2"/>
              </a:rPr>
              <a:t>. However, DLS did not equal DS-DL. This was due to the expansion of the universe.</a:t>
            </a:r>
            <a:endParaRPr lang="en-GB" sz="2400">
              <a:latin typeface="Bahnschrift Condensed" panose="020B0502040204020203" pitchFamily="34" charset="0"/>
            </a:endParaRPr>
          </a:p>
        </p:txBody>
      </p:sp>
      <p:sp>
        <p:nvSpPr>
          <p:cNvPr id="32" name="Rectangle: Rounded Corners 31">
            <a:extLst>
              <a:ext uri="{FF2B5EF4-FFF2-40B4-BE49-F238E27FC236}">
                <a16:creationId xmlns:a16="http://schemas.microsoft.com/office/drawing/2014/main" id="{87BF62D1-73CE-A004-32C0-99E05E24B76E}"/>
              </a:ext>
            </a:extLst>
          </p:cNvPr>
          <p:cNvSpPr/>
          <p:nvPr/>
        </p:nvSpPr>
        <p:spPr>
          <a:xfrm>
            <a:off x="1113182" y="21585564"/>
            <a:ext cx="19157257" cy="7109752"/>
          </a:xfrm>
          <a:prstGeom prst="round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227064" tIns="113532" rIns="227064" bIns="113532" numCol="1" spcCol="0" rtlCol="0" fromWordArt="0" anchor="ctr" anchorCtr="0" forceAA="0" compatLnSpc="1">
            <a:prstTxWarp prst="textNoShape">
              <a:avLst/>
            </a:prstTxWarp>
            <a:noAutofit/>
          </a:bodyPr>
          <a:lstStyle/>
          <a:p>
            <a:pPr algn="ctr"/>
            <a:endParaRPr lang="en-GB" sz="12120"/>
          </a:p>
        </p:txBody>
      </p:sp>
      <p:sp>
        <p:nvSpPr>
          <p:cNvPr id="33" name="TextBox 32">
            <a:extLst>
              <a:ext uri="{FF2B5EF4-FFF2-40B4-BE49-F238E27FC236}">
                <a16:creationId xmlns:a16="http://schemas.microsoft.com/office/drawing/2014/main" id="{999AE440-3E61-0D23-04AA-68B2A38FB802}"/>
              </a:ext>
            </a:extLst>
          </p:cNvPr>
          <p:cNvSpPr txBox="1"/>
          <p:nvPr/>
        </p:nvSpPr>
        <p:spPr>
          <a:xfrm>
            <a:off x="1508423" y="21829258"/>
            <a:ext cx="17883977" cy="1384995"/>
          </a:xfrm>
          <a:prstGeom prst="rect">
            <a:avLst/>
          </a:prstGeom>
          <a:noFill/>
        </p:spPr>
        <p:txBody>
          <a:bodyPr wrap="square" rtlCol="0">
            <a:spAutoFit/>
          </a:bodyPr>
          <a:lstStyle/>
          <a:p>
            <a:r>
              <a:rPr lang="en-GB" sz="3600">
                <a:latin typeface="Bahnschrift Condensed" panose="020B0502040204020203" pitchFamily="34" charset="0"/>
              </a:rPr>
              <a:t>6. Our Updated Model</a:t>
            </a:r>
          </a:p>
          <a:p>
            <a:r>
              <a:rPr lang="en-GB" sz="2400">
                <a:latin typeface="Bahnschrift Condensed" panose="020B0502040204020203" pitchFamily="34" charset="0"/>
              </a:rPr>
              <a:t>Instead of using this model, we used a slightly different one, which ignored the distances and instead used (IDKKKKKKKKKK). This model was compared to the dataset which we had access to, and the model was shown to be reliable, as it was not significantly different to the data.</a:t>
            </a:r>
          </a:p>
        </p:txBody>
      </p:sp>
      <p:pic>
        <p:nvPicPr>
          <p:cNvPr id="35" name="Picture 34" descr="The graph shows a comparison between actual data and a theoretical model of mass versus Einstein Radius Squared, indicating discrepancies at certain values.&#10;&#10;AI-generated content may be incorrect.">
            <a:extLst>
              <a:ext uri="{FF2B5EF4-FFF2-40B4-BE49-F238E27FC236}">
                <a16:creationId xmlns:a16="http://schemas.microsoft.com/office/drawing/2014/main" id="{316B1C96-BC97-A9E4-37D4-8706C7F98D0D}"/>
              </a:ext>
            </a:extLst>
          </p:cNvPr>
          <p:cNvPicPr>
            <a:picLocks noChangeAspect="1"/>
          </p:cNvPicPr>
          <p:nvPr/>
        </p:nvPicPr>
        <p:blipFill>
          <a:blip r:embed="rId3"/>
          <a:stretch>
            <a:fillRect/>
          </a:stretch>
        </p:blipFill>
        <p:spPr>
          <a:xfrm>
            <a:off x="1699533" y="23450151"/>
            <a:ext cx="6518035" cy="4746375"/>
          </a:xfrm>
          <a:prstGeom prst="rect">
            <a:avLst/>
          </a:prstGeom>
        </p:spPr>
      </p:pic>
      <p:pic>
        <p:nvPicPr>
          <p:cNvPr id="37" name="Picture 36" descr="The diagram is a residual plot showing the difference between actual and predicted values (Einstein radius) with error bands, indicating the presence of systematic error in the model.&#10;&#10;AI-generated content may be incorrect.">
            <a:extLst>
              <a:ext uri="{FF2B5EF4-FFF2-40B4-BE49-F238E27FC236}">
                <a16:creationId xmlns:a16="http://schemas.microsoft.com/office/drawing/2014/main" id="{4BA1D818-A1FF-F587-86DD-9C9D2AD4FEC5}"/>
              </a:ext>
            </a:extLst>
          </p:cNvPr>
          <p:cNvPicPr>
            <a:picLocks noChangeAspect="1"/>
          </p:cNvPicPr>
          <p:nvPr/>
        </p:nvPicPr>
        <p:blipFill>
          <a:blip r:embed="rId4"/>
          <a:stretch>
            <a:fillRect/>
          </a:stretch>
        </p:blipFill>
        <p:spPr>
          <a:xfrm>
            <a:off x="8803919" y="23688203"/>
            <a:ext cx="7777547" cy="3837470"/>
          </a:xfrm>
          <a:prstGeom prst="rect">
            <a:avLst/>
          </a:prstGeom>
        </p:spPr>
      </p:pic>
      <p:sp>
        <p:nvSpPr>
          <p:cNvPr id="38" name="TextBox 37">
            <a:extLst>
              <a:ext uri="{FF2B5EF4-FFF2-40B4-BE49-F238E27FC236}">
                <a16:creationId xmlns:a16="http://schemas.microsoft.com/office/drawing/2014/main" id="{0AD882AC-0413-04FB-8BB6-D04853E7FA19}"/>
              </a:ext>
            </a:extLst>
          </p:cNvPr>
          <p:cNvSpPr txBox="1"/>
          <p:nvPr/>
        </p:nvSpPr>
        <p:spPr>
          <a:xfrm>
            <a:off x="16581465" y="24161703"/>
            <a:ext cx="3363885" cy="3139321"/>
          </a:xfrm>
          <a:prstGeom prst="rect">
            <a:avLst/>
          </a:prstGeom>
          <a:noFill/>
        </p:spPr>
        <p:txBody>
          <a:bodyPr wrap="square" rtlCol="0">
            <a:spAutoFit/>
          </a:bodyPr>
          <a:lstStyle/>
          <a:p>
            <a:r>
              <a:rPr lang="en-GB">
                <a:latin typeface="Bahnschrift Condensed" panose="020B0502040204020203" pitchFamily="34" charset="0"/>
              </a:rPr>
              <a:t>However, as can be seen here, there is still a very small systematic error in the model, which is causing it to overestimate the radii of the rings.</a:t>
            </a:r>
          </a:p>
          <a:p>
            <a:endParaRPr lang="en-GB">
              <a:latin typeface="Bahnschrift Condensed" panose="020B0502040204020203" pitchFamily="34" charset="0"/>
            </a:endParaRPr>
          </a:p>
          <a:p>
            <a:r>
              <a:rPr lang="en-GB">
                <a:latin typeface="Bahnschrift Condensed" panose="020B0502040204020203" pitchFamily="34" charset="0"/>
              </a:rPr>
              <a:t>Our final model was very reliable:</a:t>
            </a:r>
          </a:p>
          <a:p>
            <a:r>
              <a:rPr lang="en-GB">
                <a:latin typeface="Bahnschrift Condensed" panose="020B0502040204020203" pitchFamily="34" charset="0"/>
              </a:rPr>
              <a:t>R-Squared: 0.9980 (Closer to 1.0 is better)</a:t>
            </a:r>
          </a:p>
          <a:p>
            <a:r>
              <a:rPr lang="en-GB">
                <a:latin typeface="Bahnschrift Condensed" panose="020B0502040204020203" pitchFamily="34" charset="0"/>
              </a:rPr>
              <a:t>MAPE: 1.52% (Average % error)</a:t>
            </a:r>
          </a:p>
          <a:p>
            <a:r>
              <a:rPr lang="en-GB">
                <a:latin typeface="Bahnschrift Condensed" panose="020B0502040204020203" pitchFamily="34" charset="0"/>
              </a:rPr>
              <a:t>RMSE: 0.0649 kpc</a:t>
            </a:r>
          </a:p>
          <a:p>
            <a:r>
              <a:rPr lang="en-GB">
                <a:latin typeface="Bahnschrift Condensed" panose="020B0502040204020203" pitchFamily="34" charset="0"/>
              </a:rPr>
              <a:t>MAE: 0.0598 kpc</a:t>
            </a:r>
          </a:p>
          <a:p>
            <a:endParaRPr lang="en-GB">
              <a:latin typeface="Bahnschrift Condensed" panose="020B0502040204020203" pitchFamily="34" charset="0"/>
            </a:endParaRPr>
          </a:p>
        </p:txBody>
      </p:sp>
      <p:pic>
        <p:nvPicPr>
          <p:cNvPr id="40" name="Picture 39" descr="The diagram compares actual data points of mass versus Einstein radius squared, contrasting them with a theoretical old model, indicating a pattern of data points aligning more closely with the theoretical model than the actual measurements.&#10;&#10;AI-generated content may be incorrect.">
            <a:extLst>
              <a:ext uri="{FF2B5EF4-FFF2-40B4-BE49-F238E27FC236}">
                <a16:creationId xmlns:a16="http://schemas.microsoft.com/office/drawing/2014/main" id="{E2EA4ADC-9B80-5AFB-B821-ACE82B28E69C}"/>
              </a:ext>
            </a:extLst>
          </p:cNvPr>
          <p:cNvPicPr>
            <a:picLocks noChangeAspect="1"/>
          </p:cNvPicPr>
          <p:nvPr/>
        </p:nvPicPr>
        <p:blipFill>
          <a:blip r:embed="rId5"/>
          <a:stretch>
            <a:fillRect/>
          </a:stretch>
        </p:blipFill>
        <p:spPr>
          <a:xfrm>
            <a:off x="11459895" y="17564484"/>
            <a:ext cx="4325537" cy="3149818"/>
          </a:xfrm>
          <a:prstGeom prst="rect">
            <a:avLst/>
          </a:prstGeom>
        </p:spPr>
      </p:pic>
      <p:pic>
        <p:nvPicPr>
          <p:cNvPr id="42" name="Picture 41" descr="The image is a scatter plot showing the difference between actual and predicted Einstein radii, with an error band indicating the uncertainty in predictions.&#10;&#10;AI-generated content may be incorrect.">
            <a:extLst>
              <a:ext uri="{FF2B5EF4-FFF2-40B4-BE49-F238E27FC236}">
                <a16:creationId xmlns:a16="http://schemas.microsoft.com/office/drawing/2014/main" id="{30D6E8BE-73A9-5D7C-8FDD-DABF7D3D0E31}"/>
              </a:ext>
            </a:extLst>
          </p:cNvPr>
          <p:cNvPicPr>
            <a:picLocks noChangeAspect="1"/>
          </p:cNvPicPr>
          <p:nvPr/>
        </p:nvPicPr>
        <p:blipFill>
          <a:blip r:embed="rId6"/>
          <a:stretch>
            <a:fillRect/>
          </a:stretch>
        </p:blipFill>
        <p:spPr>
          <a:xfrm>
            <a:off x="15896566" y="17646860"/>
            <a:ext cx="3086760" cy="2057840"/>
          </a:xfrm>
          <a:prstGeom prst="rect">
            <a:avLst/>
          </a:prstGeom>
        </p:spPr>
      </p:pic>
      <p:pic>
        <p:nvPicPr>
          <p:cNvPr id="43" name="Picture 42" descr="The diagram illustrates a comparison of celestial phenomena, including a sun, moon, starlight path with an exaggerated bend, and a straight path.&#10;&#10;AI-generated content may be incorrect.">
            <a:extLst>
              <a:ext uri="{FF2B5EF4-FFF2-40B4-BE49-F238E27FC236}">
                <a16:creationId xmlns:a16="http://schemas.microsoft.com/office/drawing/2014/main" id="{FAF57A25-DEE8-189B-84B1-58911DBCD769}"/>
              </a:ext>
            </a:extLst>
          </p:cNvPr>
          <p:cNvPicPr>
            <a:picLocks noChangeAspect="1"/>
          </p:cNvPicPr>
          <p:nvPr/>
        </p:nvPicPr>
        <p:blipFill>
          <a:blip r:embed="rId7"/>
          <a:stretch>
            <a:fillRect/>
          </a:stretch>
        </p:blipFill>
        <p:spPr>
          <a:xfrm>
            <a:off x="2132143" y="17509533"/>
            <a:ext cx="7276872" cy="2927075"/>
          </a:xfrm>
          <a:prstGeom prst="rect">
            <a:avLst/>
          </a:prstGeom>
        </p:spPr>
      </p:pic>
      <p:sp>
        <p:nvSpPr>
          <p:cNvPr id="45" name="TextBox 44">
            <a:extLst>
              <a:ext uri="{FF2B5EF4-FFF2-40B4-BE49-F238E27FC236}">
                <a16:creationId xmlns:a16="http://schemas.microsoft.com/office/drawing/2014/main" id="{328A9140-49D8-FF72-C982-B634F0A79DBD}"/>
              </a:ext>
            </a:extLst>
          </p:cNvPr>
          <p:cNvSpPr txBox="1"/>
          <p:nvPr/>
        </p:nvSpPr>
        <p:spPr>
          <a:xfrm>
            <a:off x="16028515" y="19628090"/>
            <a:ext cx="3363885" cy="1200329"/>
          </a:xfrm>
          <a:prstGeom prst="rect">
            <a:avLst/>
          </a:prstGeom>
          <a:noFill/>
        </p:spPr>
        <p:txBody>
          <a:bodyPr wrap="square" rtlCol="0">
            <a:spAutoFit/>
          </a:bodyPr>
          <a:lstStyle/>
          <a:p>
            <a:r>
              <a:rPr lang="en-GB">
                <a:latin typeface="Bahnschrift Condensed" panose="020B0502040204020203" pitchFamily="34" charset="0"/>
              </a:rPr>
              <a:t>This model was not very reliable:</a:t>
            </a:r>
          </a:p>
          <a:p>
            <a:r>
              <a:rPr lang="en-GB">
                <a:latin typeface="Bahnschrift Condensed" panose="020B0502040204020203" pitchFamily="34" charset="0"/>
              </a:rPr>
              <a:t>R-Squared: 0.8494 (Closer to 1.0 is better)</a:t>
            </a:r>
          </a:p>
          <a:p>
            <a:r>
              <a:rPr lang="en-GB">
                <a:latin typeface="Bahnschrift Condensed" panose="020B0502040204020203" pitchFamily="34" charset="0"/>
              </a:rPr>
              <a:t>MAPE: 9.62% (Average % error)</a:t>
            </a:r>
          </a:p>
          <a:p>
            <a:r>
              <a:rPr lang="en-GB">
                <a:latin typeface="Bahnschrift Condensed" panose="020B0502040204020203" pitchFamily="34" charset="0"/>
              </a:rPr>
              <a:t>RMSE: 0.5611 kpc</a:t>
            </a:r>
          </a:p>
        </p:txBody>
      </p:sp>
      <p:sp>
        <p:nvSpPr>
          <p:cNvPr id="47" name="TextBox 46">
            <a:extLst>
              <a:ext uri="{FF2B5EF4-FFF2-40B4-BE49-F238E27FC236}">
                <a16:creationId xmlns:a16="http://schemas.microsoft.com/office/drawing/2014/main" id="{7F5C08AA-25CE-46E4-72B5-8AF6CA1E06CA}"/>
              </a:ext>
            </a:extLst>
          </p:cNvPr>
          <p:cNvSpPr txBox="1"/>
          <p:nvPr/>
        </p:nvSpPr>
        <p:spPr>
          <a:xfrm>
            <a:off x="18934823" y="17912673"/>
            <a:ext cx="1335616" cy="1200329"/>
          </a:xfrm>
          <a:prstGeom prst="rect">
            <a:avLst/>
          </a:prstGeom>
          <a:noFill/>
        </p:spPr>
        <p:txBody>
          <a:bodyPr wrap="square" rtlCol="0">
            <a:spAutoFit/>
          </a:bodyPr>
          <a:lstStyle/>
          <a:p>
            <a:r>
              <a:rPr lang="en-GB">
                <a:latin typeface="Bahnschrift Condensed" panose="020B0502040204020203" pitchFamily="34" charset="0"/>
              </a:rPr>
              <a:t>There is a clear systematic error</a:t>
            </a:r>
          </a:p>
        </p:txBody>
      </p:sp>
      <p:sp>
        <p:nvSpPr>
          <p:cNvPr id="48" name="TextBox 47">
            <a:extLst>
              <a:ext uri="{FF2B5EF4-FFF2-40B4-BE49-F238E27FC236}">
                <a16:creationId xmlns:a16="http://schemas.microsoft.com/office/drawing/2014/main" id="{7C19BFB1-BEB2-109B-C05A-2DF2585137A6}"/>
              </a:ext>
            </a:extLst>
          </p:cNvPr>
          <p:cNvSpPr txBox="1"/>
          <p:nvPr/>
        </p:nvSpPr>
        <p:spPr>
          <a:xfrm>
            <a:off x="7178565" y="18616277"/>
            <a:ext cx="1826620" cy="769441"/>
          </a:xfrm>
          <a:prstGeom prst="rect">
            <a:avLst/>
          </a:prstGeom>
          <a:noFill/>
        </p:spPr>
        <p:txBody>
          <a:bodyPr wrap="square" rtlCol="0">
            <a:spAutoFit/>
          </a:bodyPr>
          <a:lstStyle/>
          <a:p>
            <a:r>
              <a:rPr lang="en-GB" sz="4400">
                <a:solidFill>
                  <a:schemeClr val="bg1"/>
                </a:solidFill>
                <a:latin typeface="Bahnschrift Condensed" panose="020B0502040204020203" pitchFamily="34" charset="0"/>
              </a:rPr>
              <a:t>1.75!!!!</a:t>
            </a:r>
          </a:p>
        </p:txBody>
      </p:sp>
      <p:pic>
        <p:nvPicPr>
          <p:cNvPr id="49" name="Picture 48" descr="Classroom Aid - Equivalence Principle xx">
            <a:extLst>
              <a:ext uri="{FF2B5EF4-FFF2-40B4-BE49-F238E27FC236}">
                <a16:creationId xmlns:a16="http://schemas.microsoft.com/office/drawing/2014/main" id="{5C8CC9D2-DC2E-AA1B-B70F-DDF37134B84F}"/>
              </a:ext>
            </a:extLst>
          </p:cNvPr>
          <p:cNvPicPr>
            <a:picLocks noChangeAspect="1"/>
          </p:cNvPicPr>
          <p:nvPr/>
        </p:nvPicPr>
        <p:blipFill>
          <a:blip r:embed="rId8"/>
          <a:stretch>
            <a:fillRect/>
          </a:stretch>
        </p:blipFill>
        <p:spPr>
          <a:xfrm>
            <a:off x="2624242" y="4049556"/>
            <a:ext cx="6289319" cy="3537742"/>
          </a:xfrm>
          <a:prstGeom prst="rect">
            <a:avLst/>
          </a:prstGeom>
        </p:spPr>
      </p:pic>
      <p:sp>
        <p:nvSpPr>
          <p:cNvPr id="50" name="TextBox 49">
            <a:extLst>
              <a:ext uri="{FF2B5EF4-FFF2-40B4-BE49-F238E27FC236}">
                <a16:creationId xmlns:a16="http://schemas.microsoft.com/office/drawing/2014/main" id="{7FF317B7-A484-6176-A00A-D31F555771E0}"/>
              </a:ext>
            </a:extLst>
          </p:cNvPr>
          <p:cNvSpPr txBox="1"/>
          <p:nvPr/>
        </p:nvSpPr>
        <p:spPr>
          <a:xfrm>
            <a:off x="9409015" y="4049556"/>
            <a:ext cx="916085" cy="1754326"/>
          </a:xfrm>
          <a:prstGeom prst="rect">
            <a:avLst/>
          </a:prstGeom>
          <a:noFill/>
        </p:spPr>
        <p:txBody>
          <a:bodyPr wrap="square" rtlCol="0">
            <a:spAutoFit/>
          </a:bodyPr>
          <a:lstStyle/>
          <a:p>
            <a:r>
              <a:rPr lang="en-GB"/>
              <a:t>Image of light bending around the sun</a:t>
            </a:r>
          </a:p>
        </p:txBody>
      </p:sp>
      <p:sp>
        <p:nvSpPr>
          <p:cNvPr id="51" name="TextBox 50">
            <a:extLst>
              <a:ext uri="{FF2B5EF4-FFF2-40B4-BE49-F238E27FC236}">
                <a16:creationId xmlns:a16="http://schemas.microsoft.com/office/drawing/2014/main" id="{F24C6E5C-DBBD-1252-1BFE-95B42949D8AD}"/>
              </a:ext>
            </a:extLst>
          </p:cNvPr>
          <p:cNvSpPr txBox="1"/>
          <p:nvPr/>
        </p:nvSpPr>
        <p:spPr>
          <a:xfrm>
            <a:off x="18791924" y="4706215"/>
            <a:ext cx="2401861" cy="369332"/>
          </a:xfrm>
          <a:prstGeom prst="rect">
            <a:avLst/>
          </a:prstGeom>
          <a:noFill/>
        </p:spPr>
        <p:txBody>
          <a:bodyPr wrap="square" rtlCol="0">
            <a:spAutoFit/>
          </a:bodyPr>
          <a:lstStyle/>
          <a:p>
            <a:r>
              <a:rPr lang="en-GB"/>
              <a:t>Rk4 image?</a:t>
            </a:r>
          </a:p>
        </p:txBody>
      </p:sp>
      <p:pic>
        <p:nvPicPr>
          <p:cNvPr id="53" name="Picture 52" descr="The diagram depicts a 2D cross-section illustrating gravitational lensing, with position values on both X (meters) and Y (meters) axes, including a specific value of le10.&#10;&#10;AI-generated content may be incorrect.">
            <a:extLst>
              <a:ext uri="{FF2B5EF4-FFF2-40B4-BE49-F238E27FC236}">
                <a16:creationId xmlns:a16="http://schemas.microsoft.com/office/drawing/2014/main" id="{F6E08B02-7BCB-4756-7F2E-10A705E4368F}"/>
              </a:ext>
            </a:extLst>
          </p:cNvPr>
          <p:cNvPicPr>
            <a:picLocks noChangeAspect="1"/>
          </p:cNvPicPr>
          <p:nvPr/>
        </p:nvPicPr>
        <p:blipFill>
          <a:blip r:embed="rId9"/>
          <a:stretch>
            <a:fillRect/>
          </a:stretch>
        </p:blipFill>
        <p:spPr>
          <a:xfrm>
            <a:off x="14363905" y="4341288"/>
            <a:ext cx="4215640" cy="3400909"/>
          </a:xfrm>
          <a:prstGeom prst="rect">
            <a:avLst/>
          </a:prstGeom>
        </p:spPr>
      </p:pic>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4F3F06AA-612D-7906-264A-27BFE5A75096}"/>
                  </a:ext>
                </a:extLst>
              </p14:cNvPr>
              <p14:cNvContentPartPr/>
              <p14:nvPr/>
            </p14:nvContentPartPr>
            <p14:xfrm>
              <a:off x="10699713" y="234936"/>
              <a:ext cx="27853" cy="25026606"/>
            </p14:xfrm>
          </p:contentPart>
        </mc:Choice>
        <mc:Fallback>
          <p:pic>
            <p:nvPicPr>
              <p:cNvPr id="2" name="Ink 1">
                <a:extLst>
                  <a:ext uri="{FF2B5EF4-FFF2-40B4-BE49-F238E27FC236}">
                    <a16:creationId xmlns:a16="http://schemas.microsoft.com/office/drawing/2014/main" id="{4F3F06AA-612D-7906-264A-27BFE5A75096}"/>
                  </a:ext>
                </a:extLst>
              </p:cNvPr>
              <p:cNvPicPr/>
              <p:nvPr/>
            </p:nvPicPr>
            <p:blipFill>
              <a:blip r:embed="rId11"/>
              <a:stretch>
                <a:fillRect/>
              </a:stretch>
            </p:blipFill>
            <p:spPr>
              <a:xfrm>
                <a:off x="9307063" y="216936"/>
                <a:ext cx="2785300" cy="25062246"/>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 name="Ink 3">
                <a:extLst>
                  <a:ext uri="{FF2B5EF4-FFF2-40B4-BE49-F238E27FC236}">
                    <a16:creationId xmlns:a16="http://schemas.microsoft.com/office/drawing/2014/main" id="{3E5199DD-8593-5155-BB27-E57AD84195DA}"/>
                  </a:ext>
                </a:extLst>
              </p14:cNvPr>
              <p14:cNvContentPartPr/>
              <p14:nvPr/>
            </p14:nvContentPartPr>
            <p14:xfrm>
              <a:off x="10704085" y="23521457"/>
              <a:ext cx="27853" cy="7142443"/>
            </p14:xfrm>
          </p:contentPart>
        </mc:Choice>
        <mc:Fallback>
          <p:pic>
            <p:nvPicPr>
              <p:cNvPr id="4" name="Ink 3">
                <a:extLst>
                  <a:ext uri="{FF2B5EF4-FFF2-40B4-BE49-F238E27FC236}">
                    <a16:creationId xmlns:a16="http://schemas.microsoft.com/office/drawing/2014/main" id="{3E5199DD-8593-5155-BB27-E57AD84195DA}"/>
                  </a:ext>
                </a:extLst>
              </p:cNvPr>
              <p:cNvPicPr/>
              <p:nvPr/>
            </p:nvPicPr>
            <p:blipFill>
              <a:blip r:embed="rId13"/>
              <a:stretch>
                <a:fillRect/>
              </a:stretch>
            </p:blipFill>
            <p:spPr>
              <a:xfrm>
                <a:off x="9311435" y="23503458"/>
                <a:ext cx="2785300" cy="7178081"/>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D098368C-3B49-59E3-93D1-47E28D7E36E8}"/>
                  </a:ext>
                </a:extLst>
              </p14:cNvPr>
              <p14:cNvContentPartPr/>
              <p14:nvPr/>
            </p14:nvContentPartPr>
            <p14:xfrm>
              <a:off x="-3635747" y="14735100"/>
              <a:ext cx="26988371" cy="27853"/>
            </p14:xfrm>
          </p:contentPart>
        </mc:Choice>
        <mc:Fallback>
          <p:pic>
            <p:nvPicPr>
              <p:cNvPr id="7" name="Ink 6">
                <a:extLst>
                  <a:ext uri="{FF2B5EF4-FFF2-40B4-BE49-F238E27FC236}">
                    <a16:creationId xmlns:a16="http://schemas.microsoft.com/office/drawing/2014/main" id="{D098368C-3B49-59E3-93D1-47E28D7E36E8}"/>
                  </a:ext>
                </a:extLst>
              </p:cNvPr>
              <p:cNvPicPr/>
              <p:nvPr/>
            </p:nvPicPr>
            <p:blipFill>
              <a:blip r:embed="rId15"/>
              <a:stretch>
                <a:fillRect/>
              </a:stretch>
            </p:blipFill>
            <p:spPr>
              <a:xfrm>
                <a:off x="-3653747" y="13342450"/>
                <a:ext cx="27024011" cy="2785300"/>
              </a:xfrm>
              <a:prstGeom prst="rect">
                <a:avLst/>
              </a:prstGeom>
            </p:spPr>
          </p:pic>
        </mc:Fallback>
      </mc:AlternateContent>
    </p:spTree>
    <p:extLst>
      <p:ext uri="{BB962C8B-B14F-4D97-AF65-F5344CB8AC3E}">
        <p14:creationId xmlns:p14="http://schemas.microsoft.com/office/powerpoint/2010/main" val="23968843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2</Slides>
  <Notes>0</Notes>
  <HiddenSlides>0</HiddenSlide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Dyson, Joseph F A</dc:creator>
  <cp:revision>1</cp:revision>
  <dcterms:created xsi:type="dcterms:W3CDTF">2026-06-03T10:06:47Z</dcterms:created>
  <dcterms:modified xsi:type="dcterms:W3CDTF">2026-06-05T13:07:51Z</dcterms:modified>
</cp:coreProperties>
</file>